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Commerce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驱动的商务支付生态全景研究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338328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  |  综合 8 份子报告  |  覆盖 7 大协议方案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议程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概述与核心挑战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36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电商现状、五大断裂点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七大协议方案全景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305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三条技术路径、七种解决方案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协议深度对比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249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信任模型、安全机制、商业化路径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3192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WBA 基础设施、欺诈分类、风控范式转移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市场规模与行业趋势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136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 万亿市场、三派博弈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定位与建议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507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基础设施层机会、商户接入指南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概述与核心挑战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AI Agent 开始代替人类购物，整个电商技术栈面临重构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Commerce 正在发生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代替人类自主发现商品、比较选项、发起授权和完成支付交易的新兴商务范式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$120亿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Rufus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增量销售 (2025)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15544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373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4,700%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零售网站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流量增幅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$3-5万亿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2636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全球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商务规模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25-30%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86868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电商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渗透率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42900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290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661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340%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356616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平台产品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查询年增长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4290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364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$5,000亿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626364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AI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年销售额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五大断裂点：为什么现有电商无法支持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0120" y="12801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如何发现商品？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没有标准化的机器可读目录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651760" y="128016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如何证明决策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符合用户意图？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343400" y="12801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没有“点击”，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如何证明用户授权？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35040" y="12801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没有信用卡，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如何安全支付？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726680" y="128016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商户如何区分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合法 Agent 和恶意 Bot？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56616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整个电商技术栈都是为人类设计的，Agent 无法直接使用。2025 年 AI 流量涌入零售网站增幅超过 4,700%，商户的传统风控系统将 Agent 行为大量误判为 Bot 攻击。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七大协议方案全景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三条技术路径，七种解决方案，一场标准之战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三条技术路径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6060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开放协议派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(UCP/AP2)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OpenAI+Stripe (ACP)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(x402)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HTTP/TCP 一样，为 Agent 商务定义开放标准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前景评级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卡网络扩展派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(TAP)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(Agent Pay)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651760"/>
            <a:ext cx="1828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在现有卡网络基础设施上叠加 Agent 能力层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840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前景评级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97280"/>
            <a:ext cx="260604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平台封闭派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(Buy for Me)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1828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在自有生态内闭环解决，不依赖外部协议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840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前景评级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七大方案一览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188720"/>
                <a:gridCol w="1371600"/>
                <a:gridCol w="11887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主导方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信任模型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结算方式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成熟度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全旅程编排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联邦式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不涉及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早期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OpenAI+Stripe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结账流程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平台信任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生产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支付授权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密码学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卡网络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🔶 草案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TAP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Visa+Cloudflare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信任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三层签名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网络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生产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Agent Pay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支付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注册制+Token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网络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试点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链上结算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链上验证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生产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for 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封闭代购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平台托管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Pay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生产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Commerce 协议栈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商务编排层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(全旅程)  |  ACP (结账)  |  Buy for Me (封闭)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73152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支付信任层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(Mandate VC)  |  Visa TAP (三层签名)  |  MC Agent Pay (Token)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6032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身份层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Bot Auth (IETF) — Ed25519 HTTP 消息签名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375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|  A2A  |  MCP  |  HTTP 402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114800"/>
            <a:ext cx="73152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434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卡网络 (Visa/MC)  |  Stripe  |  区块链 (Base L2)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上层编排  ·  ▼ 底层结算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协议深度对比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信任模型、Visa TAP vs MC Agent Pay、商业化路径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五种信任哲学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1600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密码学信任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51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VC + DID 密码学证明，无需信任第三方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005840"/>
            <a:ext cx="1600200" cy="54864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TAP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网络信任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1920240"/>
            <a:ext cx="1051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网络背书 + RFC 9421 三层签名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005840"/>
            <a:ext cx="1600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Agent Pay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注册信任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1920240"/>
            <a:ext cx="1051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预注册审核 + Agentic Token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00584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05840"/>
            <a:ext cx="1600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平台信任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1920240"/>
            <a:ext cx="1051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作为可信中介签发 SPT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23760" y="100584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0" y="1005840"/>
            <a:ext cx="1600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链上信任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920240"/>
            <a:ext cx="1051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区块链共识验证，代码即法律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8404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密码学信任（AP2）最去中心化但生态不成熟；网络信任（Visa/MC）最务实但依赖卡网络；平台信任（ACP）最易接入但存在单点故障。三种模型不是替代关系，而是互补关系——不同场景需要不同信任级别。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Visa TAP vs Mastercard Agent Pay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TAP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Agent Pay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核心哲学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协议标准（Android 模式）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平台框架（iOS 模式）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准入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开放注册 + 密码学验证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预审核注册制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身份验证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9421 三层签名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 + Agentic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用户控制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FIDO2/Passkey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精细规则（限额/类别/围栏）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风控引擎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Protect for AI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Intelligence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WBA 集成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联合开发（Cloudflare）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采纳 WBA 标准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商业化路径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基础设施渗透 → 增值服务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快速落地 → 深度集成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Android：开放生态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iOS：可控体验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安全与风控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传统风控失效、四类新型欺诈、Agent 原生风控范式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传统风控为什么在 Agent 时代失效？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传统风控信号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人类交易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交易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浏览器指纹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唯一设备特征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无浏览器 / headless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鼠标轨迹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自然运动曲线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无鼠标事件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Secure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人类完成验证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无法处理弹窗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CAPTCHA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人类可通过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被设计阻止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地理位置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与收货地址匹配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云端 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页面停留时间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阅读/比较时间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毫秒级浏览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914400"/>
            <a:ext cx="2926080" cy="3474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威胁数据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450%↑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暗网 AI Agent 提及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$1,860亿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Bot 欺诈损失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 Bot 流量占比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323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for Me 退单率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退单量增长 (2025-28)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Commerce 四类新型欺诈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18872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被劫持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提示注入/越狱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凭证窃取（假商户）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中间人攻击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69164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传统风控完全无法检测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0584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188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被利用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286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自动化盗卡测试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合成身份欺诈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大规模薅羊毛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169164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传统风控部分有效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1188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自身缺陷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幻觉导致错误购买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意图误解退单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冲突下单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383280"/>
            <a:ext cx="169164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全新问题类别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00584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0" y="118872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新型社会工程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2286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假商户钓鱼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持续对话式钓鱼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深度伪造授权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0880" y="3383280"/>
            <a:ext cx="169164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传统风控完全无法检测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来源：Visa 威胁情报、Fingerprint、Oscilar 研究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风控范式转移：从 Block Bots 到 Authenticate Agents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旧范式：检测人类行为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设备指纹 → 浏览器/屏幕/Canvas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行为生物学 → 鼠标/键盘/滚动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Secure → 弹窗验证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→ 阻止自动化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地理位置 → 匹配收货地址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新范式：验证 Agent 身份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密码学签名 → Ed25519 / VC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行为基线 → 交易模式分析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 / FIDO2 → 生物识别确认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WBA 签名 → 区分 Agent vs Bot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验证 → 密码学授权证明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 2026 报告：安全核心挑战已从"阻止 Bot"演变为"通过密码学握手认证授权的 AI Agent"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市场规模与行业趋势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 万亿市场、三派博弈、跨境支付影响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市场规模与演进时间线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$3-5万亿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全球规模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25-30%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电商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渗透率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550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线上交易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 AI 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演进时间线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7680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协议涌现期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大方案发布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标准竞争期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WBA 普及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Agent 交易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2029-30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 万亿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三派博弈：2030 最可能的技术栈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年最可能的技术栈预测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成为事实标准（类似 HTTP）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810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+ 卡网络（Visa/MC）双轨并行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12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1122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WBA 统一 Agent 身份认证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4140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卡网络（主流）+ 链上（长尾/微支付）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开放协议派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OpenAI / Coinbase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 最可能定义标准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31089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卡网络扩展派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9319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 结算层不可替代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10896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平台封闭派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39319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短期有效，长期受限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定位与战略建议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基础设施层 · AgentCore · WAF · 中立平台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在 Agentic Commerce 中的战略定位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核心定位：不做支付协议，做 Agentic Commerce 的基础设施层 — "卖水人"策略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运行时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编排 / 工具调用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托管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73736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安全与合规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Agent 流量识别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Agent 身份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异常检测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支付基础设施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协议中立网关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Wallet 托管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实时风控引擎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竞争优势：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是唯一同时拥有 Agent 运行时（Bedrock）、安全基础设施（WAF/Cognito）和全球支付网络接入能力的云厂商。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建议路径：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AgentCore 集成 UCP/ACP → 2026 Agent WAF GA → 2027 Agentic Commerce 全栈方案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Commerce：当 AI Agent 开始为人类消费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7315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核心洞察：支付协议之争的本质是 Agent 信任基础设施之争。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谁定义了 Agent 身份认证标准，谁就掌握了 Agentic Commerce 的入口。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Solutions Architecture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全景研究报告</dc:title>
  <dc:subject>PptxGenJS Presentation</dc:subject>
  <dc:creator>Agentic Commerce Research Team</dc:creator>
  <cp:lastModifiedBy>Agentic Commerce Research Team</cp:lastModifiedBy>
  <cp:revision>1</cp:revision>
  <dcterms:created xsi:type="dcterms:W3CDTF">2026-02-17T03:20:24Z</dcterms:created>
  <dcterms:modified xsi:type="dcterms:W3CDTF">2026-02-17T03:20:24Z</dcterms:modified>
</cp:coreProperties>
</file>
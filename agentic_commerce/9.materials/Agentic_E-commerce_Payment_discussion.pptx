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50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307" r:id="rId33"/>
    <p:sldId id="290" r:id="rId34"/>
    <p:sldId id="292" r:id="rId35"/>
    <p:sldId id="293" r:id="rId36"/>
    <p:sldId id="308" r:id="rId37"/>
    <p:sldId id="295" r:id="rId38"/>
    <p:sldId id="296" r:id="rId39"/>
    <p:sldId id="297" r:id="rId40"/>
    <p:sldId id="309" r:id="rId41"/>
    <p:sldId id="299" r:id="rId42"/>
    <p:sldId id="300" r:id="rId43"/>
    <p:sldId id="301" r:id="rId44"/>
    <p:sldId id="302" r:id="rId45"/>
    <p:sldId id="303" r:id="rId46"/>
    <p:sldId id="304" r:id="rId47"/>
    <p:sldId id="305" r:id="rId48"/>
    <p:sldId id="306" r:id="rId4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BC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47028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89519-C3D3-61C4-6932-1CE473284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10317E-26FF-9D9C-51FE-D3B3E5EAD4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D5B4F0-381A-AB65-8F62-0BE3B05529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39C5ED-6292-41C0-CD9B-746538825D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49319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ED3E1-F75E-2B82-265B-7ABFD6DDD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52C5A2-4EA8-A82F-63DF-455FAD6062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6B2489-8914-76ED-A87B-DAC0C2569F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54D3DA-9783-428D-A33B-ED31259E91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41007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8988C-63F0-3DD9-5F9E-CC22FB4FC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988026-24F3-AE08-600C-9617930C51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FF76B9-D025-3FAC-0853-D7DE522287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CB209E-419F-8C44-CEE0-52A0599979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44576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sv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sv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svg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sv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Relationship Id="rId5" Type="http://schemas.microsoft.com/office/2007/relationships/hdphoto" Target="../media/hdphoto2.wdp"/><Relationship Id="rId4" Type="http://schemas.openxmlformats.org/officeDocument/2006/relationships/image" Target="../media/image28.png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1.xml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1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3.svg"/></Relationships>
</file>

<file path=ppt/slideLayouts/_rels/slideLayout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3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BCCD5696-3AFE-CA4C-A90F-AFBFD792D87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50" y="1041"/>
            <a:ext cx="9148572" cy="5146072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065C4798-7956-C74D-8691-753278F1C7B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4724" y="1492144"/>
            <a:ext cx="4845749" cy="715581"/>
          </a:xfrm>
        </p:spPr>
        <p:txBody>
          <a:bodyPr wrap="square" anchor="t" anchorCtr="0"/>
          <a:lstStyle>
            <a:lvl1pPr algn="l">
              <a:defRPr sz="4500" b="0" i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Enter title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94A03954-750D-4040-9BE9-D81EAD6F0CD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2042" y="2195805"/>
            <a:ext cx="4845749" cy="424732"/>
          </a:xfrm>
        </p:spPr>
        <p:txBody>
          <a:bodyPr wrap="square"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2400" b="0" i="0" cap="none" spc="0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Enter subtitle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235E33B-41A5-4ACB-9AE6-2F3E7CAA44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2042" y="3868989"/>
            <a:ext cx="2847977" cy="300082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500" b="0" i="0" cap="none" spc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Speaker name (pronouns)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7D4CE88-F816-4273-A6C0-5D3F9D2E05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2042" y="4178581"/>
            <a:ext cx="2847977" cy="424732"/>
          </a:xfrm>
        </p:spPr>
        <p:txBody>
          <a:bodyPr wrap="square"/>
          <a:lstStyle>
            <a:lvl1pPr marL="0" indent="0">
              <a:spcAft>
                <a:spcPts val="225"/>
              </a:spcAft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Speaker job title</a:t>
            </a:r>
            <a:br>
              <a:rPr lang="en-US" dirty="0"/>
            </a:br>
            <a:r>
              <a:rPr lang="en-US" dirty="0"/>
              <a:t>Speaker company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BA66C5D-9671-4A3A-9202-2AA4B1748FA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97078" y="413780"/>
            <a:ext cx="2318228" cy="45391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4548A19-8E8D-65BD-D47A-77BF4627F02E}"/>
              </a:ext>
            </a:extLst>
          </p:cNvPr>
          <p:cNvSpPr txBox="1"/>
          <p:nvPr userDrawn="1"/>
        </p:nvSpPr>
        <p:spPr>
          <a:xfrm>
            <a:off x="378358" y="4792360"/>
            <a:ext cx="2981907" cy="1615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450" dirty="0">
                <a:solidFill>
                  <a:schemeClr val="tx1"/>
                </a:solidFill>
              </a:rPr>
              <a:t>© </a:t>
            </a:r>
            <a:fld id="{E59B6FD5-3D56-C643-A5C0-5E9DC034BBB5}" type="datetimeyyyy">
              <a:rPr lang="en-US" sz="450" smtClean="0">
                <a:solidFill>
                  <a:schemeClr val="tx1"/>
                </a:solidFill>
              </a:rPr>
              <a:t>2026</a:t>
            </a:fld>
            <a:r>
              <a:rPr lang="en-US" sz="450" dirty="0">
                <a:solidFill>
                  <a:schemeClr val="tx1"/>
                </a:solidFill>
              </a:rPr>
              <a:t>, Amazon Web Services, Inc. or its affiliates. All rights reserved. Amazon Confidential and Trademark.</a:t>
            </a:r>
          </a:p>
        </p:txBody>
      </p: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4B09F491-6F7A-7550-956B-F51120C3F44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18038" y="3868989"/>
            <a:ext cx="2847977" cy="300082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500" b="0" i="0" cap="none" spc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Speaker name (pronouns)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7E1F723F-B2C0-88AA-59F3-9D51C596A55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18038" y="4178581"/>
            <a:ext cx="2847977" cy="424732"/>
          </a:xfrm>
        </p:spPr>
        <p:txBody>
          <a:bodyPr wrap="square"/>
          <a:lstStyle>
            <a:lvl1pPr marL="0" indent="0">
              <a:spcAft>
                <a:spcPts val="225"/>
              </a:spcAft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Speaker job title</a:t>
            </a:r>
            <a:br>
              <a:rPr lang="en-US" dirty="0"/>
            </a:br>
            <a:r>
              <a:rPr lang="en-US" dirty="0"/>
              <a:t>Speaker company</a:t>
            </a:r>
          </a:p>
        </p:txBody>
      </p:sp>
    </p:spTree>
    <p:extLst>
      <p:ext uri="{BB962C8B-B14F-4D97-AF65-F5344CB8AC3E}">
        <p14:creationId xmlns:p14="http://schemas.microsoft.com/office/powerpoint/2010/main" val="41763438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4464">
          <p15:clr>
            <a:srgbClr val="FBAE40"/>
          </p15:clr>
        </p15:guide>
        <p15:guide id="3" orient="horz" pos="2736">
          <p15:clr>
            <a:srgbClr val="FBAE40"/>
          </p15:clr>
        </p15:guide>
        <p15:guide id="4" orient="horz" pos="1272">
          <p15:clr>
            <a:srgbClr val="FBAE40"/>
          </p15:clr>
        </p15:guide>
        <p15:guide id="5" orient="horz" pos="17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olor set 3 - bar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4F1EBE1-B103-1A96-A273-A2C25E9774C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8572" cy="514607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C4CC35B-2871-4E99-070B-C893FB8B338E}"/>
              </a:ext>
            </a:extLst>
          </p:cNvPr>
          <p:cNvSpPr txBox="1"/>
          <p:nvPr userDrawn="1"/>
        </p:nvSpPr>
        <p:spPr>
          <a:xfrm>
            <a:off x="378358" y="4792360"/>
            <a:ext cx="2981907" cy="1615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450" dirty="0">
                <a:solidFill>
                  <a:schemeClr val="tx1"/>
                </a:solidFill>
              </a:rPr>
              <a:t>© </a:t>
            </a:r>
            <a:fld id="{E59B6FD5-3D56-C643-A5C0-5E9DC034BBB5}" type="datetimeyyyy">
              <a:rPr lang="en-US" sz="450" smtClean="0">
                <a:solidFill>
                  <a:schemeClr val="tx1"/>
                </a:solidFill>
              </a:rPr>
              <a:t>2026</a:t>
            </a:fld>
            <a:r>
              <a:rPr lang="en-US" sz="450" dirty="0">
                <a:solidFill>
                  <a:schemeClr val="tx1"/>
                </a:solidFill>
              </a:rPr>
              <a:t>, Amazon Web Services, Inc. or its affiliates. All rights reserved. Amazon Confidential and Trademark.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56EAD3-C336-2A3A-E39F-611839891CF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4724" y="1492144"/>
            <a:ext cx="4845749" cy="715581"/>
          </a:xfrm>
        </p:spPr>
        <p:txBody>
          <a:bodyPr wrap="square" anchor="t" anchorCtr="0"/>
          <a:lstStyle>
            <a:lvl1pPr algn="l">
              <a:defRPr sz="4500" b="0" i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Enter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1621B-BEEF-60D0-992F-41B40680E3D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2042" y="2195805"/>
            <a:ext cx="4845749" cy="424732"/>
          </a:xfrm>
        </p:spPr>
        <p:txBody>
          <a:bodyPr wrap="square"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2400" b="0" i="0" cap="none" spc="0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Enter subtitle</a:t>
            </a: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F56A2DAE-44B4-7ED5-3E0D-7E1E0DC9052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2042" y="3865908"/>
            <a:ext cx="2847977" cy="300082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500" b="0" i="0" cap="none" spc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Speaker name (pronouns)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46C637EE-B047-3F69-D401-BD8D3A7D8AE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2042" y="4175500"/>
            <a:ext cx="2847977" cy="424732"/>
          </a:xfrm>
        </p:spPr>
        <p:txBody>
          <a:bodyPr wrap="square"/>
          <a:lstStyle>
            <a:lvl1pPr marL="0" indent="0">
              <a:spcAft>
                <a:spcPts val="225"/>
              </a:spcAft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Speaker job title</a:t>
            </a:r>
            <a:br>
              <a:rPr lang="en-US" dirty="0"/>
            </a:br>
            <a:r>
              <a:rPr lang="en-US" dirty="0"/>
              <a:t>Speaker company</a:t>
            </a:r>
          </a:p>
        </p:txBody>
      </p:sp>
      <p:pic>
        <p:nvPicPr>
          <p:cNvPr id="9" name="Picture 12">
            <a:extLst>
              <a:ext uri="{FF2B5EF4-FFF2-40B4-BE49-F238E27FC236}">
                <a16:creationId xmlns:a16="http://schemas.microsoft.com/office/drawing/2014/main" id="{7838E391-8545-D3FF-4D54-44D727FDAD5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97078" y="413780"/>
            <a:ext cx="2318228" cy="453919"/>
          </a:xfrm>
          <a:prstGeom prst="rect">
            <a:avLst/>
          </a:prstGeom>
        </p:spPr>
      </p:pic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84D299A8-3BAB-346F-3912-68233AE680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18038" y="3868989"/>
            <a:ext cx="2847977" cy="300082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500" b="0" i="0" cap="none" spc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Speaker name (pronouns)</a:t>
            </a:r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777063F7-6D15-B2E8-6925-5714B546124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18038" y="4178581"/>
            <a:ext cx="2847977" cy="424732"/>
          </a:xfrm>
        </p:spPr>
        <p:txBody>
          <a:bodyPr wrap="square"/>
          <a:lstStyle>
            <a:lvl1pPr marL="0" indent="0">
              <a:spcAft>
                <a:spcPts val="225"/>
              </a:spcAft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Speaker job title</a:t>
            </a:r>
            <a:br>
              <a:rPr lang="en-US" dirty="0"/>
            </a:br>
            <a:r>
              <a:rPr lang="en-US" dirty="0"/>
              <a:t>Speaker company</a:t>
            </a:r>
          </a:p>
        </p:txBody>
      </p:sp>
    </p:spTree>
    <p:extLst>
      <p:ext uri="{BB962C8B-B14F-4D97-AF65-F5344CB8AC3E}">
        <p14:creationId xmlns:p14="http://schemas.microsoft.com/office/powerpoint/2010/main" val="1587048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4464">
          <p15:clr>
            <a:srgbClr val="FBAE40"/>
          </p15:clr>
        </p15:guide>
        <p15:guide id="3" orient="horz" pos="2736">
          <p15:clr>
            <a:srgbClr val="FBAE40"/>
          </p15:clr>
        </p15:guide>
        <p15:guide id="4" orient="horz" pos="1272">
          <p15:clr>
            <a:srgbClr val="FBAE40"/>
          </p15:clr>
        </p15:guide>
        <p15:guide id="5" orient="horz" pos="1728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olor set 3 - dot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3590155-1147-789F-69B9-AA801C911FD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2"/>
            <a:ext cx="9148572" cy="514607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09CBDD3-ADDD-3A47-08C0-A6287781563F}"/>
              </a:ext>
            </a:extLst>
          </p:cNvPr>
          <p:cNvSpPr txBox="1"/>
          <p:nvPr userDrawn="1"/>
        </p:nvSpPr>
        <p:spPr>
          <a:xfrm>
            <a:off x="378358" y="4792360"/>
            <a:ext cx="2981907" cy="1615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450" dirty="0">
                <a:solidFill>
                  <a:schemeClr val="tx1"/>
                </a:solidFill>
              </a:rPr>
              <a:t>© </a:t>
            </a:r>
            <a:fld id="{E59B6FD5-3D56-C643-A5C0-5E9DC034BBB5}" type="datetimeyyyy">
              <a:rPr lang="en-US" sz="450" smtClean="0">
                <a:solidFill>
                  <a:schemeClr val="tx1"/>
                </a:solidFill>
              </a:rPr>
              <a:t>2026</a:t>
            </a:fld>
            <a:r>
              <a:rPr lang="en-US" sz="450" dirty="0">
                <a:solidFill>
                  <a:schemeClr val="tx1"/>
                </a:solidFill>
              </a:rPr>
              <a:t>, Amazon Web Services, Inc. or its affiliates. All rights reserved. Amazon Confidential and Trademark.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363D97-0F18-AE25-096A-E05D9701D8D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4724" y="1492144"/>
            <a:ext cx="4845749" cy="715581"/>
          </a:xfrm>
        </p:spPr>
        <p:txBody>
          <a:bodyPr wrap="square" anchor="t" anchorCtr="0"/>
          <a:lstStyle>
            <a:lvl1pPr algn="l">
              <a:defRPr sz="4500" b="0" i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Enter title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D6992E7-0F29-EE2D-CC27-B071A170350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2042" y="2195805"/>
            <a:ext cx="4845749" cy="424732"/>
          </a:xfrm>
        </p:spPr>
        <p:txBody>
          <a:bodyPr wrap="square"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2400" b="0" i="0" cap="none" spc="0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Enter subtitle</a:t>
            </a: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2C577F00-FC85-FDD5-2C54-5988AFEB012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2042" y="3865907"/>
            <a:ext cx="2847977" cy="300082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500" b="0" i="0" cap="none" spc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Speaker name (pronouns)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E735128D-BEE6-6633-0F4F-9E246F3E86D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2042" y="4175499"/>
            <a:ext cx="2847977" cy="424732"/>
          </a:xfrm>
        </p:spPr>
        <p:txBody>
          <a:bodyPr wrap="square"/>
          <a:lstStyle>
            <a:lvl1pPr marL="0" indent="0">
              <a:spcAft>
                <a:spcPts val="225"/>
              </a:spcAft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Speaker job title</a:t>
            </a:r>
            <a:br>
              <a:rPr lang="en-US" dirty="0"/>
            </a:br>
            <a:r>
              <a:rPr lang="en-US" dirty="0"/>
              <a:t>Speaker company</a:t>
            </a:r>
          </a:p>
        </p:txBody>
      </p:sp>
      <p:pic>
        <p:nvPicPr>
          <p:cNvPr id="9" name="Picture 12">
            <a:extLst>
              <a:ext uri="{FF2B5EF4-FFF2-40B4-BE49-F238E27FC236}">
                <a16:creationId xmlns:a16="http://schemas.microsoft.com/office/drawing/2014/main" id="{AC16DDD9-8B39-1265-B03F-AC3AF433844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97078" y="413780"/>
            <a:ext cx="2318228" cy="453919"/>
          </a:xfrm>
          <a:prstGeom prst="rect">
            <a:avLst/>
          </a:prstGeom>
        </p:spPr>
      </p:pic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304B0AF3-CAC3-AF8D-CE68-70212400FF6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18038" y="3868989"/>
            <a:ext cx="2847977" cy="300082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500" b="0" i="0" cap="none" spc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Speaker name (pronouns)</a:t>
            </a:r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06D3F873-9268-2BE5-C485-9867971C7BD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18038" y="4178581"/>
            <a:ext cx="2847977" cy="424732"/>
          </a:xfrm>
        </p:spPr>
        <p:txBody>
          <a:bodyPr wrap="square"/>
          <a:lstStyle>
            <a:lvl1pPr marL="0" indent="0">
              <a:spcAft>
                <a:spcPts val="225"/>
              </a:spcAft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Speaker job title</a:t>
            </a:r>
            <a:br>
              <a:rPr lang="en-US" dirty="0"/>
            </a:br>
            <a:r>
              <a:rPr lang="en-US" dirty="0"/>
              <a:t>Speaker company</a:t>
            </a:r>
          </a:p>
        </p:txBody>
      </p:sp>
    </p:spTree>
    <p:extLst>
      <p:ext uri="{BB962C8B-B14F-4D97-AF65-F5344CB8AC3E}">
        <p14:creationId xmlns:p14="http://schemas.microsoft.com/office/powerpoint/2010/main" val="21132400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4464">
          <p15:clr>
            <a:srgbClr val="FBAE40"/>
          </p15:clr>
        </p15:guide>
        <p15:guide id="3" orient="horz" pos="2736">
          <p15:clr>
            <a:srgbClr val="FBAE40"/>
          </p15:clr>
        </p15:guide>
        <p15:guide id="4" orient="horz" pos="1272">
          <p15:clr>
            <a:srgbClr val="FBAE40"/>
          </p15:clr>
        </p15:guide>
        <p15:guide id="5" orient="horz" pos="1728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olor set 3 - block comp 2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F1DD098-1948-AEE8-9789-45887A0FAE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2"/>
            <a:ext cx="9148572" cy="514607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DBC2519-8DC9-6668-DBC5-6D448D88B460}"/>
              </a:ext>
            </a:extLst>
          </p:cNvPr>
          <p:cNvSpPr txBox="1"/>
          <p:nvPr userDrawn="1"/>
        </p:nvSpPr>
        <p:spPr>
          <a:xfrm>
            <a:off x="378358" y="4792360"/>
            <a:ext cx="2981907" cy="1615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450" dirty="0">
                <a:solidFill>
                  <a:schemeClr val="tx1"/>
                </a:solidFill>
              </a:rPr>
              <a:t>© </a:t>
            </a:r>
            <a:fld id="{E59B6FD5-3D56-C643-A5C0-5E9DC034BBB5}" type="datetimeyyyy">
              <a:rPr lang="en-US" sz="450" smtClean="0">
                <a:solidFill>
                  <a:schemeClr val="tx1"/>
                </a:solidFill>
              </a:rPr>
              <a:t>2026</a:t>
            </a:fld>
            <a:r>
              <a:rPr lang="en-US" sz="450" dirty="0">
                <a:solidFill>
                  <a:schemeClr val="tx1"/>
                </a:solidFill>
              </a:rPr>
              <a:t>, Amazon Web Services, Inc. or its affiliates. All rights reserved. Amazon Confidential and Trademark.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315830B-4C0B-9543-F8DB-36AE8F7BD36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4724" y="1492144"/>
            <a:ext cx="4845749" cy="715581"/>
          </a:xfrm>
        </p:spPr>
        <p:txBody>
          <a:bodyPr wrap="square" anchor="t" anchorCtr="0"/>
          <a:lstStyle>
            <a:lvl1pPr algn="l">
              <a:defRPr sz="4500" b="0" i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Enter title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0B70EB1D-57F2-04B6-6126-14BBDB95945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2042" y="2195805"/>
            <a:ext cx="4845749" cy="424732"/>
          </a:xfrm>
        </p:spPr>
        <p:txBody>
          <a:bodyPr wrap="square"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2400" b="0" i="0" cap="none" spc="0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Enter subtitle</a:t>
            </a: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14744317-6D20-8F3C-17EE-6686A63F2C0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2042" y="3865907"/>
            <a:ext cx="2847977" cy="300082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500" b="0" i="0" cap="none" spc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Speaker name (pronouns)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7F54B318-BDB7-7168-10B4-BE1DE9A95FD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2042" y="4175498"/>
            <a:ext cx="2847977" cy="424732"/>
          </a:xfrm>
        </p:spPr>
        <p:txBody>
          <a:bodyPr wrap="square"/>
          <a:lstStyle>
            <a:lvl1pPr marL="0" indent="0">
              <a:spcAft>
                <a:spcPts val="225"/>
              </a:spcAft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Speaker job title</a:t>
            </a:r>
            <a:br>
              <a:rPr lang="en-US" dirty="0"/>
            </a:br>
            <a:r>
              <a:rPr lang="en-US" dirty="0"/>
              <a:t>Speaker company</a:t>
            </a:r>
          </a:p>
        </p:txBody>
      </p:sp>
      <p:pic>
        <p:nvPicPr>
          <p:cNvPr id="9" name="Picture 12">
            <a:extLst>
              <a:ext uri="{FF2B5EF4-FFF2-40B4-BE49-F238E27FC236}">
                <a16:creationId xmlns:a16="http://schemas.microsoft.com/office/drawing/2014/main" id="{B86F3DED-ECDE-CA13-6992-DD8F03A1FF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97078" y="413780"/>
            <a:ext cx="2318228" cy="453919"/>
          </a:xfrm>
          <a:prstGeom prst="rect">
            <a:avLst/>
          </a:prstGeom>
        </p:spPr>
      </p:pic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90AB2434-CB49-2754-7F76-1A3FF489CAC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18038" y="3868989"/>
            <a:ext cx="2847977" cy="300082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500" b="0" i="0" cap="none" spc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Speaker name (pronouns)</a:t>
            </a:r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B67F961C-B3B4-F763-A20B-EC1EB4E064E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18038" y="4178581"/>
            <a:ext cx="2847977" cy="424732"/>
          </a:xfrm>
        </p:spPr>
        <p:txBody>
          <a:bodyPr wrap="square"/>
          <a:lstStyle>
            <a:lvl1pPr marL="0" indent="0">
              <a:spcAft>
                <a:spcPts val="225"/>
              </a:spcAft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Speaker job title</a:t>
            </a:r>
            <a:br>
              <a:rPr lang="en-US" dirty="0"/>
            </a:br>
            <a:r>
              <a:rPr lang="en-US" dirty="0"/>
              <a:t>Speaker company</a:t>
            </a:r>
          </a:p>
        </p:txBody>
      </p:sp>
    </p:spTree>
    <p:extLst>
      <p:ext uri="{BB962C8B-B14F-4D97-AF65-F5344CB8AC3E}">
        <p14:creationId xmlns:p14="http://schemas.microsoft.com/office/powerpoint/2010/main" val="40543618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4464">
          <p15:clr>
            <a:srgbClr val="FBAE40"/>
          </p15:clr>
        </p15:guide>
        <p15:guide id="3" orient="horz" pos="2736">
          <p15:clr>
            <a:srgbClr val="FBAE40"/>
          </p15:clr>
        </p15:guide>
        <p15:guide id="4" orient="horz" pos="1272">
          <p15:clr>
            <a:srgbClr val="FBAE40"/>
          </p15:clr>
        </p15:guide>
        <p15:guide id="5" orient="horz" pos="1728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ligh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8D603374-8180-8E01-BA18-DE11A6BC29A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8572" cy="5146072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A8CD09BF-BE98-954E-8C83-FD00798ACA2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2042" y="2205419"/>
            <a:ext cx="4845749" cy="424732"/>
          </a:xfrm>
        </p:spPr>
        <p:txBody>
          <a:bodyPr wrap="square"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2400" b="0" i="0" cap="none" spc="0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Enter subtitle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2C415C-2EF2-186A-04FA-1B6BE61C410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7935" y="1494037"/>
            <a:ext cx="4845749" cy="715581"/>
          </a:xfrm>
          <a:prstGeom prst="rect">
            <a:avLst/>
          </a:prstGeom>
        </p:spPr>
        <p:txBody>
          <a:bodyPr wrap="square" anchor="t" anchorCtr="0"/>
          <a:lstStyle>
            <a:lvl1pPr algn="l">
              <a:defRPr sz="45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Enter title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1D6CF089-C280-294C-9837-E3B26B88989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2042" y="3861412"/>
            <a:ext cx="2847977" cy="300082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500" b="0" i="0" cap="none" spc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Speaker name (pronouns)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754F8EB6-57CC-A738-155C-717D306CC5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2042" y="4171003"/>
            <a:ext cx="2847977" cy="424732"/>
          </a:xfrm>
        </p:spPr>
        <p:txBody>
          <a:bodyPr wrap="square"/>
          <a:lstStyle>
            <a:lvl1pPr marL="0" indent="0">
              <a:spcAft>
                <a:spcPts val="225"/>
              </a:spcAft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Speaker job title</a:t>
            </a:r>
            <a:br>
              <a:rPr lang="en-US" dirty="0"/>
            </a:br>
            <a:r>
              <a:rPr lang="en-US" dirty="0"/>
              <a:t>Speaker company</a:t>
            </a:r>
          </a:p>
        </p:txBody>
      </p:sp>
      <p:pic>
        <p:nvPicPr>
          <p:cNvPr id="9" name="Picture 12">
            <a:extLst>
              <a:ext uri="{FF2B5EF4-FFF2-40B4-BE49-F238E27FC236}">
                <a16:creationId xmlns:a16="http://schemas.microsoft.com/office/drawing/2014/main" id="{08A19A3C-782E-D09C-7C4B-788A82CC4DA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97077" y="413780"/>
            <a:ext cx="2318228" cy="453919"/>
          </a:xfrm>
          <a:prstGeom prst="rect">
            <a:avLst/>
          </a:prstGeom>
        </p:spPr>
      </p:pic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60B2274C-E058-8323-2CCE-535324F764D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18038" y="3868989"/>
            <a:ext cx="2847977" cy="300082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500" b="0" i="0" cap="none" spc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Speaker name (pronouns)</a:t>
            </a: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D234753C-71A3-B576-F183-E52E38AF724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18038" y="4178581"/>
            <a:ext cx="2847977" cy="424732"/>
          </a:xfrm>
        </p:spPr>
        <p:txBody>
          <a:bodyPr wrap="square"/>
          <a:lstStyle>
            <a:lvl1pPr marL="0" indent="0">
              <a:spcAft>
                <a:spcPts val="225"/>
              </a:spcAft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Speaker job title</a:t>
            </a:r>
            <a:br>
              <a:rPr lang="en-US" dirty="0"/>
            </a:br>
            <a:r>
              <a:rPr lang="en-US" dirty="0"/>
              <a:t>Speaker company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8FB3EC-38A6-CD39-5C7E-FA87E8196B62}"/>
              </a:ext>
            </a:extLst>
          </p:cNvPr>
          <p:cNvSpPr txBox="1"/>
          <p:nvPr userDrawn="1"/>
        </p:nvSpPr>
        <p:spPr>
          <a:xfrm>
            <a:off x="378358" y="4792360"/>
            <a:ext cx="2981907" cy="1615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450" dirty="0">
                <a:solidFill>
                  <a:schemeClr val="tx1"/>
                </a:solidFill>
              </a:rPr>
              <a:t>© </a:t>
            </a:r>
            <a:fld id="{E59B6FD5-3D56-C643-A5C0-5E9DC034BBB5}" type="datetimeyyyy">
              <a:rPr lang="en-US" sz="450" smtClean="0">
                <a:solidFill>
                  <a:schemeClr val="tx1"/>
                </a:solidFill>
              </a:rPr>
              <a:t>2026</a:t>
            </a:fld>
            <a:r>
              <a:rPr lang="en-US" sz="450" dirty="0">
                <a:solidFill>
                  <a:schemeClr val="tx1"/>
                </a:solidFill>
              </a:rPr>
              <a:t>, Amazon Web Services, Inc. or its affiliates. All rights reserved. Amazon Confidential and Trademark.</a:t>
            </a:r>
          </a:p>
        </p:txBody>
      </p:sp>
    </p:spTree>
    <p:extLst>
      <p:ext uri="{BB962C8B-B14F-4D97-AF65-F5344CB8AC3E}">
        <p14:creationId xmlns:p14="http://schemas.microsoft.com/office/powerpoint/2010/main" val="16325599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4464">
          <p15:clr>
            <a:srgbClr val="FBAE40"/>
          </p15:clr>
        </p15:guide>
        <p15:guide id="3" orient="horz" pos="2736">
          <p15:clr>
            <a:srgbClr val="FBAE40"/>
          </p15:clr>
        </p15:guide>
        <p15:guide id="4" orient="horz" pos="1272">
          <p15:clr>
            <a:srgbClr val="FBAE40"/>
          </p15:clr>
        </p15:guide>
        <p15:guide id="5" orient="horz" pos="172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D9356ED-54C0-AD03-2028-FEFC88C137A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90500" cy="51435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1750401-572B-4B45-BF07-5D528B05F8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1285875"/>
            <a:ext cx="8229600" cy="2518638"/>
          </a:xfrm>
        </p:spPr>
        <p:txBody>
          <a:bodyPr/>
          <a:lstStyle>
            <a:lvl1pPr marL="0" indent="0">
              <a:spcAft>
                <a:spcPts val="2250"/>
              </a:spcAft>
              <a:buNone/>
              <a:defRPr sz="1800"/>
            </a:lvl1pPr>
            <a:lvl2pPr marL="0" indent="0">
              <a:spcAft>
                <a:spcPts val="2250"/>
              </a:spcAft>
              <a:buNone/>
              <a:defRPr sz="1800"/>
            </a:lvl2pPr>
            <a:lvl3pPr marL="0" indent="0">
              <a:spcAft>
                <a:spcPts val="2250"/>
              </a:spcAft>
              <a:buNone/>
              <a:defRPr sz="1800"/>
            </a:lvl3pPr>
            <a:lvl4pPr marL="0" indent="0">
              <a:spcAft>
                <a:spcPts val="2250"/>
              </a:spcAft>
              <a:buNone/>
              <a:defRPr sz="1800"/>
            </a:lvl4pPr>
            <a:lvl5pPr marL="0" indent="0">
              <a:spcAft>
                <a:spcPts val="2250"/>
              </a:spcAft>
              <a:buNone/>
              <a:defRPr sz="1800"/>
            </a:lvl5pPr>
          </a:lstStyle>
          <a:p>
            <a:pPr lvl="0"/>
            <a:r>
              <a:rPr lang="en-US" dirty="0"/>
              <a:t>Enter high-level agenda items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5A1D86-6A7C-4718-BC8A-729563F7E07F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628650" y="5214938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685800" rtl="0" eaLnBrk="1" latinLnBrk="0" hangingPunct="1">
              <a:defRPr sz="675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B1EF3D5-2436-9240-B6D0-2048A71FFF33}" type="datetime1">
              <a:rPr lang="en-US" smtClean="0"/>
              <a:pPr/>
              <a:t>1/16/2026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5447C4-003F-49F1-92D9-AA8E1601814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028950" y="5214938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685800" rtl="0" eaLnBrk="1" latinLnBrk="0" hangingPunct="1">
              <a:defRPr sz="675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4C0F27-F073-46C5-99AA-D6BC67A40F5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F3380B-4C2C-4CFA-5735-2689C62E6B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032" y="674260"/>
            <a:ext cx="8229600" cy="466281"/>
          </a:xfrm>
          <a:prstGeom prst="rect">
            <a:avLst/>
          </a:prstGeom>
        </p:spPr>
        <p:txBody>
          <a:bodyPr/>
          <a:lstStyle>
            <a:lvl1pPr>
              <a:defRPr sz="2700" b="0"/>
            </a:lvl1pPr>
          </a:lstStyle>
          <a:p>
            <a:r>
              <a:rPr lang="en-US" dirty="0"/>
              <a:t>Agenda layout</a:t>
            </a:r>
          </a:p>
        </p:txBody>
      </p:sp>
    </p:spTree>
    <p:extLst>
      <p:ext uri="{BB962C8B-B14F-4D97-AF65-F5344CB8AC3E}">
        <p14:creationId xmlns:p14="http://schemas.microsoft.com/office/powerpoint/2010/main" val="25098917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E379B83-A4CA-B759-C157-723809BBE5D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764" y="2680"/>
            <a:ext cx="9139235" cy="51408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E915E6F-C631-449B-B22F-53FD20C9E8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026986"/>
            <a:ext cx="5867400" cy="1089529"/>
          </a:xfrm>
        </p:spPr>
        <p:txBody>
          <a:bodyPr anchor="ctr" anchorCtr="0"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layout: Enter section name here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BE13C20-A770-495A-BA36-0CE111A91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BD5BAF-5396-475B-CC91-039C6B686FDB}"/>
              </a:ext>
            </a:extLst>
          </p:cNvPr>
          <p:cNvSpPr txBox="1"/>
          <p:nvPr userDrawn="1"/>
        </p:nvSpPr>
        <p:spPr>
          <a:xfrm>
            <a:off x="855814" y="4792360"/>
            <a:ext cx="2981907" cy="1615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450" dirty="0">
                <a:solidFill>
                  <a:schemeClr val="tx1"/>
                </a:solidFill>
              </a:rPr>
              <a:t>© </a:t>
            </a:r>
            <a:fld id="{D1678136-60AD-1144-8D64-7A5B04B99226}" type="datetimeyyyy">
              <a:rPr lang="en-US" sz="450" smtClean="0">
                <a:solidFill>
                  <a:schemeClr val="tx1"/>
                </a:solidFill>
              </a:rPr>
              <a:t>2026</a:t>
            </a:fld>
            <a:r>
              <a:rPr lang="en-US" sz="450" dirty="0">
                <a:solidFill>
                  <a:schemeClr val="tx1"/>
                </a:solidFill>
              </a:rPr>
              <a:t>, Amazon Web Services, Inc. or its affiliates. All rights reserved. Amazon Confidential and Trademark.</a:t>
            </a:r>
          </a:p>
        </p:txBody>
      </p:sp>
      <p:pic>
        <p:nvPicPr>
          <p:cNvPr id="4" name="Picture 10">
            <a:extLst>
              <a:ext uri="{FF2B5EF4-FFF2-40B4-BE49-F238E27FC236}">
                <a16:creationId xmlns:a16="http://schemas.microsoft.com/office/drawing/2014/main" id="{BDE22024-4931-291A-7059-53C9F04E036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46471" y="4753721"/>
            <a:ext cx="274320" cy="163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9937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Color set 3 - bar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EC6B4E2-487D-7BA5-6A5D-8D62F9D14B4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340"/>
            <a:ext cx="9144000" cy="51435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E915E6F-C631-449B-B22F-53FD20C9E8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026986"/>
            <a:ext cx="5867400" cy="1089529"/>
          </a:xfrm>
        </p:spPr>
        <p:txBody>
          <a:bodyPr anchor="ctr" anchorCtr="0"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layout: Enter section name here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BE13C20-A770-495A-BA36-0CE111A91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275D3F-929E-8429-CE51-4F1E08FD143B}"/>
              </a:ext>
            </a:extLst>
          </p:cNvPr>
          <p:cNvSpPr txBox="1"/>
          <p:nvPr userDrawn="1"/>
        </p:nvSpPr>
        <p:spPr>
          <a:xfrm>
            <a:off x="855814" y="4792360"/>
            <a:ext cx="2981907" cy="1615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450" dirty="0">
                <a:solidFill>
                  <a:schemeClr val="tx1"/>
                </a:solidFill>
              </a:rPr>
              <a:t>© </a:t>
            </a:r>
            <a:fld id="{D1678136-60AD-1144-8D64-7A5B04B99226}" type="datetimeyyyy">
              <a:rPr lang="en-US" sz="450" smtClean="0">
                <a:solidFill>
                  <a:schemeClr val="tx1"/>
                </a:solidFill>
              </a:rPr>
              <a:t>2026</a:t>
            </a:fld>
            <a:r>
              <a:rPr lang="en-US" sz="450" dirty="0">
                <a:solidFill>
                  <a:schemeClr val="tx1"/>
                </a:solidFill>
              </a:rPr>
              <a:t>, Amazon Web Services, Inc. or its affiliates. All rights reserved. Amazon Confidential and Trademark.</a:t>
            </a:r>
          </a:p>
        </p:txBody>
      </p:sp>
      <p:pic>
        <p:nvPicPr>
          <p:cNvPr id="4" name="Picture 10">
            <a:extLst>
              <a:ext uri="{FF2B5EF4-FFF2-40B4-BE49-F238E27FC236}">
                <a16:creationId xmlns:a16="http://schemas.microsoft.com/office/drawing/2014/main" id="{8A3BE2F7-67F9-7376-EC87-A9EF8FF9516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46471" y="4753721"/>
            <a:ext cx="274320" cy="163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16536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Color set 3 - dot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56C12C4-7B07-CDE0-8DA7-421A5A98AED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340"/>
            <a:ext cx="9143999" cy="51434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E915E6F-C631-449B-B22F-53FD20C9E8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026986"/>
            <a:ext cx="5867400" cy="1089529"/>
          </a:xfrm>
        </p:spPr>
        <p:txBody>
          <a:bodyPr anchor="ctr" anchorCtr="0"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layout: Enter section name here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BE13C20-A770-495A-BA36-0CE111A91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8577F8-20F9-CBD8-72AD-7B2D43629257}"/>
              </a:ext>
            </a:extLst>
          </p:cNvPr>
          <p:cNvSpPr txBox="1"/>
          <p:nvPr userDrawn="1"/>
        </p:nvSpPr>
        <p:spPr>
          <a:xfrm>
            <a:off x="855814" y="4792360"/>
            <a:ext cx="2981907" cy="1615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450" dirty="0">
                <a:solidFill>
                  <a:schemeClr val="tx1"/>
                </a:solidFill>
              </a:rPr>
              <a:t>© </a:t>
            </a:r>
            <a:fld id="{D1678136-60AD-1144-8D64-7A5B04B99226}" type="datetimeyyyy">
              <a:rPr lang="en-US" sz="450" smtClean="0">
                <a:solidFill>
                  <a:schemeClr val="tx1"/>
                </a:solidFill>
              </a:rPr>
              <a:t>2026</a:t>
            </a:fld>
            <a:r>
              <a:rPr lang="en-US" sz="450" dirty="0">
                <a:solidFill>
                  <a:schemeClr val="tx1"/>
                </a:solidFill>
              </a:rPr>
              <a:t>, Amazon Web Services, Inc. or its affiliates. All rights reserved. Amazon Confidential and Trademark.</a:t>
            </a:r>
          </a:p>
        </p:txBody>
      </p:sp>
      <p:pic>
        <p:nvPicPr>
          <p:cNvPr id="4" name="Picture 10">
            <a:extLst>
              <a:ext uri="{FF2B5EF4-FFF2-40B4-BE49-F238E27FC236}">
                <a16:creationId xmlns:a16="http://schemas.microsoft.com/office/drawing/2014/main" id="{B0038BE7-BCA3-A197-3888-089A9E7BCDA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46471" y="4753721"/>
            <a:ext cx="274320" cy="163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3560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Color set 3 - block comp 2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10E5AF7-C90B-83E3-DE31-C548F5A1875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341"/>
            <a:ext cx="9143997" cy="5143498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11038DA9-C717-B9D6-6AC2-A191CE8B78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1777688"/>
            <a:ext cx="3351585" cy="1588127"/>
          </a:xfrm>
        </p:spPr>
        <p:txBody>
          <a:bodyPr anchor="ctr" anchorCtr="0"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layout: Enter section name here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BE13C20-A770-495A-BA36-0CE111A91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BBAB8B-62B7-0B16-24D1-20D7A9D3A715}"/>
              </a:ext>
            </a:extLst>
          </p:cNvPr>
          <p:cNvSpPr txBox="1"/>
          <p:nvPr userDrawn="1"/>
        </p:nvSpPr>
        <p:spPr>
          <a:xfrm>
            <a:off x="855814" y="4792360"/>
            <a:ext cx="2981907" cy="1615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450" dirty="0">
                <a:solidFill>
                  <a:schemeClr val="tx1"/>
                </a:solidFill>
              </a:rPr>
              <a:t>© </a:t>
            </a:r>
            <a:fld id="{D1678136-60AD-1144-8D64-7A5B04B99226}" type="datetimeyyyy">
              <a:rPr lang="en-US" sz="450" smtClean="0">
                <a:solidFill>
                  <a:schemeClr val="tx1"/>
                </a:solidFill>
              </a:rPr>
              <a:t>2026</a:t>
            </a:fld>
            <a:r>
              <a:rPr lang="en-US" sz="450" dirty="0">
                <a:solidFill>
                  <a:schemeClr val="tx1"/>
                </a:solidFill>
              </a:rPr>
              <a:t>, Amazon Web Services, Inc. or its affiliates. All rights reserved. Amazon Confidential and Trademark.</a:t>
            </a:r>
          </a:p>
        </p:txBody>
      </p:sp>
      <p:pic>
        <p:nvPicPr>
          <p:cNvPr id="4" name="Picture 10">
            <a:extLst>
              <a:ext uri="{FF2B5EF4-FFF2-40B4-BE49-F238E27FC236}">
                <a16:creationId xmlns:a16="http://schemas.microsoft.com/office/drawing/2014/main" id="{30CCC221-8DFC-DE0D-A459-9A8A13276A3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46471" y="4753721"/>
            <a:ext cx="274320" cy="163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1703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 New Gradi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15E6F-C631-449B-B22F-53FD20C9E8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026986"/>
            <a:ext cx="5867400" cy="1089529"/>
          </a:xfrm>
          <a:prstGeom prst="rect">
            <a:avLst/>
          </a:prstGeom>
        </p:spPr>
        <p:txBody>
          <a:bodyPr anchor="ctr" anchorCtr="0"/>
          <a:lstStyle>
            <a:lvl1pPr>
              <a:defRPr sz="3600" b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Section layout: Enter section name here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5053DED-8B0A-4549-8967-4B01D5F3B8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5214938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685800" rtl="0" eaLnBrk="1" latinLnBrk="0" hangingPunct="1">
              <a:defRPr sz="675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B1EF3D5-2436-9240-B6D0-2048A71FFF33}" type="datetime1">
              <a:rPr lang="en-US" smtClean="0"/>
              <a:pPr/>
              <a:t>1/16/2026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C84D5AC-C55E-442D-A261-2526AFE66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5214938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685800" rtl="0" eaLnBrk="1" latinLnBrk="0" hangingPunct="1">
              <a:defRPr sz="675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BE13C20-A770-495A-BA36-0CE111A91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CECC62-1D56-92A3-418D-0EC34FDA9B78}"/>
              </a:ext>
            </a:extLst>
          </p:cNvPr>
          <p:cNvSpPr txBox="1"/>
          <p:nvPr userDrawn="1"/>
        </p:nvSpPr>
        <p:spPr>
          <a:xfrm>
            <a:off x="855814" y="4792360"/>
            <a:ext cx="2981907" cy="1615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450" dirty="0">
                <a:solidFill>
                  <a:schemeClr val="tx2"/>
                </a:solidFill>
              </a:rPr>
              <a:t>© 2024, Amazon Web Services, Inc. or its affiliates. All rights reserved. Amazon Confidential and Trademark.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4951714-F565-6DF2-258E-6733254008D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6471" y="4753502"/>
            <a:ext cx="274320" cy="164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83463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 New Gradi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4046E6-CE12-7F6E-8811-7DF794DE7DB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E915E6F-C631-449B-B22F-53FD20C9E8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026986"/>
            <a:ext cx="5867400" cy="1089529"/>
          </a:xfrm>
          <a:prstGeom prst="rect">
            <a:avLst/>
          </a:prstGeom>
        </p:spPr>
        <p:txBody>
          <a:bodyPr anchor="ctr" anchorCtr="0"/>
          <a:lstStyle>
            <a:lvl1pPr>
              <a:defRPr sz="36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layout: Enter section name here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5053DED-8B0A-4549-8967-4B01D5F3B8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5214938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685800" rtl="0" eaLnBrk="1" latinLnBrk="0" hangingPunct="1">
              <a:defRPr sz="675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B1EF3D5-2436-9240-B6D0-2048A71FFF33}" type="datetime1">
              <a:rPr lang="en-US" smtClean="0"/>
              <a:pPr/>
              <a:t>1/16/2026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C84D5AC-C55E-442D-A261-2526AFE66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5214938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685800" rtl="0" eaLnBrk="1" latinLnBrk="0" hangingPunct="1">
              <a:defRPr sz="675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BE13C20-A770-495A-BA36-0CE111A91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CECC62-1D56-92A3-418D-0EC34FDA9B78}"/>
              </a:ext>
            </a:extLst>
          </p:cNvPr>
          <p:cNvSpPr txBox="1"/>
          <p:nvPr userDrawn="1"/>
        </p:nvSpPr>
        <p:spPr>
          <a:xfrm>
            <a:off x="855814" y="4792360"/>
            <a:ext cx="2981907" cy="1615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450" dirty="0">
                <a:solidFill>
                  <a:schemeClr val="tx2"/>
                </a:solidFill>
              </a:rPr>
              <a:t>© 2024, Amazon Web Services, Inc. or its affiliates. All rights reserved. Amazon Confidential and Trademark.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9B369C-4812-6B2A-CCF0-6346B4600A5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46471" y="4753748"/>
            <a:ext cx="274320" cy="163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8220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C8CF9-BF86-4458-BFA4-38F0F2DB98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 only layout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907AE9-2A8E-446F-AC5C-E522F1C02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4946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Gradi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C8CF9-BF86-4458-BFA4-38F0F2DB98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 only layout with gradient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907AE9-2A8E-446F-AC5C-E522F1C02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7220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C8CF9-BF86-4458-BFA4-38F0F2DB98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 and subtitle layout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6213DF-CEC6-4F46-9CD4-5ED4A416AF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1084094"/>
            <a:ext cx="8229600" cy="279307"/>
          </a:xfrm>
        </p:spPr>
        <p:txBody>
          <a:bodyPr/>
          <a:lstStyle>
            <a:lvl1pPr marL="0" indent="0">
              <a:buNone/>
              <a:defRPr sz="1350" b="0" i="0" cap="none" spc="0" baseline="0"/>
            </a:lvl1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178479-5E5D-4B94-9958-5C40D64BED6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3882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0">
          <p15:clr>
            <a:srgbClr val="9FCC3B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rchitectur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C8CF9-BF86-4458-BFA4-38F0F2DB98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1" y="209746"/>
            <a:ext cx="8423030" cy="341632"/>
          </a:xfrm>
        </p:spPr>
        <p:txBody>
          <a:bodyPr/>
          <a:lstStyle>
            <a:lvl1pPr algn="l">
              <a:defRPr sz="1800"/>
            </a:lvl1pPr>
          </a:lstStyle>
          <a:p>
            <a:r>
              <a:rPr lang="en-US" dirty="0"/>
              <a:t>Architecture or large image/content layout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A22A18-A983-4477-9CE2-E889A78034A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5214938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685800" rtl="0" eaLnBrk="1" latinLnBrk="0" hangingPunct="1">
              <a:defRPr sz="675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B1EF3D5-2436-9240-B6D0-2048A71FFF33}" type="datetime1">
              <a:rPr lang="en-US" smtClean="0"/>
              <a:pPr/>
              <a:t>1/16/2026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6B6389-19E6-4677-81FB-25CCEB0E3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5214938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685800" rtl="0" eaLnBrk="1" latinLnBrk="0" hangingPunct="1">
              <a:defRPr sz="675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907AE9-2A8E-446F-AC5C-E522F1C02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5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8ECA2-6D6E-4722-9B75-7468AE1E58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 and content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5BCD8-5D1C-48DC-A21B-317A0B7D55A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200" y="1285874"/>
            <a:ext cx="8229600" cy="1488869"/>
          </a:xfrm>
        </p:spPr>
        <p:txBody>
          <a:bodyPr/>
          <a:lstStyle>
            <a:lvl1pPr marL="0" indent="0">
              <a:spcAft>
                <a:spcPts val="900"/>
              </a:spcAft>
              <a:buNone/>
              <a:defRPr sz="1350"/>
            </a:lvl1pPr>
            <a:lvl2pPr marL="214313" indent="0">
              <a:spcAft>
                <a:spcPts val="900"/>
              </a:spcAft>
              <a:buNone/>
              <a:defRPr sz="1350"/>
            </a:lvl2pPr>
            <a:lvl3pPr marL="471488" indent="0">
              <a:spcAft>
                <a:spcPts val="900"/>
              </a:spcAft>
              <a:buNone/>
              <a:defRPr sz="1350"/>
            </a:lvl3pPr>
            <a:lvl4pPr marL="685800" indent="0">
              <a:spcAft>
                <a:spcPts val="900"/>
              </a:spcAft>
              <a:buNone/>
              <a:defRPr sz="1350"/>
            </a:lvl4pPr>
            <a:lvl5pPr marL="857250" indent="0">
              <a:spcAft>
                <a:spcPts val="900"/>
              </a:spcAft>
              <a:buNone/>
              <a:defRPr sz="135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391B74-659E-4EB1-8DB0-B962093F0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03407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8ECA2-6D6E-4722-9B75-7468AE1E58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Title, subtitle, and content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5BCD8-5D1C-48DC-A21B-317A0B7D55A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200" y="1600200"/>
            <a:ext cx="8229600" cy="1745350"/>
          </a:xfrm>
        </p:spPr>
        <p:txBody>
          <a:bodyPr/>
          <a:lstStyle>
            <a:lvl1pPr marL="0" indent="0">
              <a:spcAft>
                <a:spcPts val="1350"/>
              </a:spcAft>
              <a:buNone/>
              <a:defRPr sz="1350"/>
            </a:lvl1pPr>
            <a:lvl2pPr marL="214313" indent="0">
              <a:spcAft>
                <a:spcPts val="1350"/>
              </a:spcAft>
              <a:buNone/>
              <a:defRPr sz="1350"/>
            </a:lvl2pPr>
            <a:lvl3pPr marL="471488" indent="0">
              <a:spcAft>
                <a:spcPts val="1350"/>
              </a:spcAft>
              <a:buNone/>
              <a:defRPr sz="1350"/>
            </a:lvl3pPr>
            <a:lvl4pPr marL="685800" indent="0">
              <a:spcAft>
                <a:spcPts val="1350"/>
              </a:spcAft>
              <a:buNone/>
              <a:defRPr sz="1350"/>
            </a:lvl4pPr>
            <a:lvl5pPr marL="857250" indent="0">
              <a:spcAft>
                <a:spcPts val="1350"/>
              </a:spcAft>
              <a:buNone/>
              <a:defRPr sz="135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2CBB3C-A513-466E-B53F-E5E5781263E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1068545"/>
            <a:ext cx="8229600" cy="30008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225"/>
              </a:spcAft>
              <a:buNone/>
              <a:defRPr sz="1350" b="0" i="0" cap="none" spc="0" baseline="0"/>
            </a:lvl1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19C1A1-91E5-46D2-97FB-94E48C63B96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0378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0">
          <p15:clr>
            <a:srgbClr val="9FCC3B"/>
          </p15:clr>
        </p15:guide>
        <p15:guide id="2" orient="horz" pos="1128">
          <p15:clr>
            <a:srgbClr val="9FCC3B"/>
          </p15:clr>
        </p15:guide>
        <p15:guide id="3" orient="horz" pos="1344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A4C8A-667C-40C7-9A6D-BA3F977C5F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Two-column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0331E-4F8F-4DEC-91C1-F631560E660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200" y="1285875"/>
            <a:ext cx="3936206" cy="1384995"/>
          </a:xfrm>
        </p:spPr>
        <p:txBody>
          <a:bodyPr/>
          <a:lstStyle>
            <a:lvl1pPr marL="0" indent="0">
              <a:spcAft>
                <a:spcPts val="900"/>
              </a:spcAft>
              <a:buNone/>
              <a:defRPr sz="1200"/>
            </a:lvl1pPr>
            <a:lvl2pPr marL="214313" indent="0">
              <a:spcAft>
                <a:spcPts val="900"/>
              </a:spcAft>
              <a:buNone/>
              <a:defRPr sz="1200"/>
            </a:lvl2pPr>
            <a:lvl3pPr marL="471488" indent="0">
              <a:spcAft>
                <a:spcPts val="900"/>
              </a:spcAft>
              <a:buNone/>
              <a:defRPr sz="1200"/>
            </a:lvl3pPr>
            <a:lvl4pPr marL="685800" indent="0">
              <a:spcAft>
                <a:spcPts val="900"/>
              </a:spcAft>
              <a:buNone/>
              <a:defRPr sz="1200"/>
            </a:lvl4pPr>
            <a:lvl5pPr marL="857250" indent="0">
              <a:spcAft>
                <a:spcPts val="900"/>
              </a:spcAft>
              <a:buNone/>
              <a:defRPr sz="12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72257F-5E84-444A-B9C4-CCB856025EB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750594" y="1285874"/>
            <a:ext cx="3936207" cy="1384995"/>
          </a:xfrm>
        </p:spPr>
        <p:txBody>
          <a:bodyPr/>
          <a:lstStyle>
            <a:lvl1pPr marL="0" indent="0">
              <a:spcAft>
                <a:spcPts val="900"/>
              </a:spcAft>
              <a:buNone/>
              <a:defRPr sz="1200"/>
            </a:lvl1pPr>
            <a:lvl2pPr marL="214313" indent="0">
              <a:spcAft>
                <a:spcPts val="900"/>
              </a:spcAft>
              <a:buNone/>
              <a:defRPr sz="1200"/>
            </a:lvl2pPr>
            <a:lvl3pPr marL="471488" indent="0">
              <a:spcAft>
                <a:spcPts val="900"/>
              </a:spcAft>
              <a:buNone/>
              <a:defRPr sz="1200"/>
            </a:lvl3pPr>
            <a:lvl4pPr marL="685800" indent="0">
              <a:spcAft>
                <a:spcPts val="900"/>
              </a:spcAft>
              <a:buNone/>
              <a:defRPr sz="1200"/>
            </a:lvl4pPr>
            <a:lvl5pPr marL="857250" indent="0">
              <a:spcAft>
                <a:spcPts val="900"/>
              </a:spcAft>
              <a:buNone/>
              <a:defRPr sz="12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B81369-2E97-4C0B-9762-D765E2837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7385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column layou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A4C8A-667C-40C7-9A6D-BA3F977C5F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Two-column layout with 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0331E-4F8F-4DEC-91C1-F631560E660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200" y="1600198"/>
            <a:ext cx="3936206" cy="1384995"/>
          </a:xfrm>
        </p:spPr>
        <p:txBody>
          <a:bodyPr/>
          <a:lstStyle>
            <a:lvl1pPr marL="0" indent="0">
              <a:spcAft>
                <a:spcPts val="900"/>
              </a:spcAft>
              <a:buNone/>
              <a:defRPr sz="1200"/>
            </a:lvl1pPr>
            <a:lvl2pPr marL="214313" indent="0">
              <a:spcAft>
                <a:spcPts val="900"/>
              </a:spcAft>
              <a:buNone/>
              <a:defRPr sz="1200"/>
            </a:lvl2pPr>
            <a:lvl3pPr marL="471488" indent="0">
              <a:spcAft>
                <a:spcPts val="900"/>
              </a:spcAft>
              <a:buNone/>
              <a:defRPr sz="1200"/>
            </a:lvl3pPr>
            <a:lvl4pPr marL="685800" indent="0">
              <a:spcAft>
                <a:spcPts val="900"/>
              </a:spcAft>
              <a:buNone/>
              <a:defRPr sz="1200"/>
            </a:lvl4pPr>
            <a:lvl5pPr marL="857250" indent="0">
              <a:spcAft>
                <a:spcPts val="900"/>
              </a:spcAft>
              <a:buNone/>
              <a:defRPr sz="12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72257F-5E84-444A-B9C4-CCB856025EB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750594" y="1600197"/>
            <a:ext cx="3936207" cy="1384995"/>
          </a:xfrm>
        </p:spPr>
        <p:txBody>
          <a:bodyPr/>
          <a:lstStyle>
            <a:lvl1pPr marL="0" indent="0">
              <a:spcAft>
                <a:spcPts val="900"/>
              </a:spcAft>
              <a:buNone/>
              <a:defRPr sz="1200"/>
            </a:lvl1pPr>
            <a:lvl2pPr marL="214313" indent="0">
              <a:spcAft>
                <a:spcPts val="900"/>
              </a:spcAft>
              <a:buNone/>
              <a:defRPr sz="1200"/>
            </a:lvl2pPr>
            <a:lvl3pPr marL="471488" indent="0">
              <a:spcAft>
                <a:spcPts val="900"/>
              </a:spcAft>
              <a:buNone/>
              <a:defRPr sz="1200"/>
            </a:lvl3pPr>
            <a:lvl4pPr marL="685800" indent="0">
              <a:spcAft>
                <a:spcPts val="900"/>
              </a:spcAft>
              <a:buNone/>
              <a:defRPr sz="1200"/>
            </a:lvl4pPr>
            <a:lvl5pPr marL="857250" indent="0">
              <a:spcAft>
                <a:spcPts val="900"/>
              </a:spcAft>
              <a:buNone/>
              <a:defRPr sz="12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B81369-2E97-4C0B-9762-D765E2837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A626C6-BF60-547E-C279-5A7F0780DB6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1068545"/>
            <a:ext cx="8229600" cy="30008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225"/>
              </a:spcAft>
              <a:buNone/>
              <a:defRPr sz="1350" b="0" i="0" cap="none" spc="0" baseline="0"/>
            </a:lvl1pPr>
          </a:lstStyle>
          <a:p>
            <a:pPr lvl="0"/>
            <a:r>
              <a:rPr lang="en-US" dirty="0"/>
              <a:t>Enter subtitle</a:t>
            </a:r>
          </a:p>
        </p:txBody>
      </p:sp>
    </p:spTree>
    <p:extLst>
      <p:ext uri="{BB962C8B-B14F-4D97-AF65-F5344CB8AC3E}">
        <p14:creationId xmlns:p14="http://schemas.microsoft.com/office/powerpoint/2010/main" val="39768693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D5D51-461F-4BF3-B83C-3319F4FEFF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677712"/>
            <a:ext cx="8229600" cy="42473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Two-column layout with subheadings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CA65A-3F20-4CCD-AE7B-297E975BC0E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35260" y="1307735"/>
            <a:ext cx="3936492" cy="300082"/>
          </a:xfrm>
        </p:spPr>
        <p:txBody>
          <a:bodyPr anchor="t"/>
          <a:lstStyle>
            <a:lvl1pPr marL="0" indent="0">
              <a:buNone/>
              <a:defRPr sz="15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BED614-1324-4FC8-94DC-2BB58446A18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57199" y="1606166"/>
            <a:ext cx="3936492" cy="781496"/>
          </a:xfrm>
        </p:spPr>
        <p:txBody>
          <a:bodyPr/>
          <a:lstStyle>
            <a:lvl1pPr marL="0" indent="0">
              <a:buNone/>
              <a:defRPr sz="1350"/>
            </a:lvl1pPr>
            <a:lvl2pPr marL="214313" indent="0">
              <a:buNone/>
              <a:defRPr sz="1350"/>
            </a:lvl2pPr>
            <a:lvl3pPr marL="471488" indent="0">
              <a:buNone/>
              <a:defRPr sz="1350"/>
            </a:lvl3pPr>
            <a:lvl4pPr marL="644129" indent="0">
              <a:buNone/>
              <a:defRPr sz="900"/>
            </a:lvl4pPr>
            <a:lvl5pPr marL="772716" indent="0">
              <a:buNone/>
              <a:defRPr sz="9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CE1A54-1330-4A91-B63D-5CFA63F9FFDF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728654" y="1307735"/>
            <a:ext cx="3936492" cy="300082"/>
          </a:xfrm>
        </p:spPr>
        <p:txBody>
          <a:bodyPr anchor="t"/>
          <a:lstStyle>
            <a:lvl1pPr marL="0" indent="0">
              <a:buNone/>
              <a:defRPr sz="15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49DC76-96C3-408F-9627-4D642BE1BDD7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750594" y="1606166"/>
            <a:ext cx="3936492" cy="781496"/>
          </a:xfrm>
        </p:spPr>
        <p:txBody>
          <a:bodyPr/>
          <a:lstStyle>
            <a:lvl1pPr marL="0" indent="0">
              <a:buNone/>
              <a:defRPr sz="1350"/>
            </a:lvl1pPr>
            <a:lvl2pPr marL="214313" indent="0">
              <a:buNone/>
              <a:defRPr sz="1350"/>
            </a:lvl2pPr>
            <a:lvl3pPr marL="471488" indent="0">
              <a:buNone/>
              <a:defRPr sz="1350"/>
            </a:lvl3pPr>
            <a:lvl4pPr marL="644129" indent="0">
              <a:buNone/>
              <a:defRPr sz="900"/>
            </a:lvl4pPr>
            <a:lvl5pPr marL="772716" indent="0">
              <a:buNone/>
              <a:defRPr sz="9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2CB0EC-BB93-4417-89BD-8704180EA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7450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44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column layout with subtitle and sub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D5D51-461F-4BF3-B83C-3319F4FEFF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676641"/>
            <a:ext cx="8229600" cy="42473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Two-column layout with subtitle and subheadings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CA65A-3F20-4CCD-AE7B-297E975BC0E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57199" y="1606166"/>
            <a:ext cx="3936492" cy="300082"/>
          </a:xfrm>
        </p:spPr>
        <p:txBody>
          <a:bodyPr anchor="t"/>
          <a:lstStyle>
            <a:lvl1pPr marL="0" indent="0">
              <a:buNone/>
              <a:defRPr sz="15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CE1A54-1330-4A91-B63D-5CFA63F9FFDF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750594" y="1606166"/>
            <a:ext cx="3936492" cy="300082"/>
          </a:xfrm>
        </p:spPr>
        <p:txBody>
          <a:bodyPr anchor="t"/>
          <a:lstStyle>
            <a:lvl1pPr marL="0" indent="0">
              <a:buNone/>
              <a:defRPr sz="15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49DC76-96C3-408F-9627-4D642BE1BDD7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750594" y="1904596"/>
            <a:ext cx="3936492" cy="821763"/>
          </a:xfrm>
        </p:spPr>
        <p:txBody>
          <a:bodyPr/>
          <a:lstStyle>
            <a:lvl1pPr marL="0" indent="0">
              <a:spcAft>
                <a:spcPts val="900"/>
              </a:spcAft>
              <a:buNone/>
              <a:defRPr sz="1200"/>
            </a:lvl1pPr>
            <a:lvl2pPr marL="214313" indent="0">
              <a:spcAft>
                <a:spcPts val="900"/>
              </a:spcAft>
              <a:buNone/>
              <a:defRPr sz="1200"/>
            </a:lvl2pPr>
            <a:lvl3pPr marL="471488" indent="0">
              <a:spcAft>
                <a:spcPts val="900"/>
              </a:spcAft>
              <a:buNone/>
              <a:defRPr sz="1200"/>
            </a:lvl3pPr>
            <a:lvl4pPr marL="644129" indent="0">
              <a:buNone/>
              <a:defRPr sz="900"/>
            </a:lvl4pPr>
            <a:lvl5pPr marL="772716" indent="0">
              <a:buNone/>
              <a:defRPr sz="9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2CB0EC-BB93-4417-89BD-8704180EA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CD3144A-C4DE-912D-E96B-DA6F9A436C12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457200" y="1898629"/>
            <a:ext cx="3936207" cy="1384995"/>
          </a:xfrm>
        </p:spPr>
        <p:txBody>
          <a:bodyPr/>
          <a:lstStyle>
            <a:lvl1pPr marL="0" indent="0">
              <a:spcAft>
                <a:spcPts val="900"/>
              </a:spcAft>
              <a:buNone/>
              <a:defRPr sz="1200"/>
            </a:lvl1pPr>
            <a:lvl2pPr marL="214313" indent="0">
              <a:spcAft>
                <a:spcPts val="900"/>
              </a:spcAft>
              <a:buNone/>
              <a:defRPr sz="1200"/>
            </a:lvl2pPr>
            <a:lvl3pPr marL="471488" indent="0">
              <a:spcAft>
                <a:spcPts val="900"/>
              </a:spcAft>
              <a:buNone/>
              <a:defRPr sz="1200"/>
            </a:lvl3pPr>
            <a:lvl4pPr marL="685800" indent="0">
              <a:spcAft>
                <a:spcPts val="900"/>
              </a:spcAft>
              <a:buNone/>
              <a:defRPr sz="1200"/>
            </a:lvl4pPr>
            <a:lvl5pPr marL="857250" indent="0">
              <a:spcAft>
                <a:spcPts val="900"/>
              </a:spcAft>
              <a:buNone/>
              <a:defRPr sz="12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C394E8DA-520F-8416-7E65-32B1EE91489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1068545"/>
            <a:ext cx="8229600" cy="30008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225"/>
              </a:spcAft>
              <a:buNone/>
              <a:defRPr sz="1350" b="0" i="0" cap="none" spc="0" baseline="0"/>
            </a:lvl1pPr>
          </a:lstStyle>
          <a:p>
            <a:pPr lvl="0"/>
            <a:r>
              <a:rPr lang="en-US" dirty="0"/>
              <a:t>Enter subtitle</a:t>
            </a:r>
          </a:p>
        </p:txBody>
      </p:sp>
    </p:spTree>
    <p:extLst>
      <p:ext uri="{BB962C8B-B14F-4D97-AF65-F5344CB8AC3E}">
        <p14:creationId xmlns:p14="http://schemas.microsoft.com/office/powerpoint/2010/main" val="10020710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44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column layout with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D5D51-461F-4BF3-B83C-3319F4FEFF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676641"/>
            <a:ext cx="8229600" cy="42473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Two-column layout with icons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CA65A-3F20-4CCD-AE7B-297E975BC0E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57199" y="2374530"/>
            <a:ext cx="3936492" cy="279307"/>
          </a:xfrm>
        </p:spPr>
        <p:txBody>
          <a:bodyPr anchor="t"/>
          <a:lstStyle>
            <a:lvl1pPr marL="0" indent="0">
              <a:buNone/>
              <a:defRPr sz="135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Enter icon 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BED614-1324-4FC8-94DC-2BB58446A18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57199" y="2618243"/>
            <a:ext cx="3936492" cy="774571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450"/>
              </a:spcAft>
              <a:buNone/>
              <a:defRPr sz="1200"/>
            </a:lvl1pPr>
            <a:lvl2pPr marL="214313" indent="0">
              <a:lnSpc>
                <a:spcPct val="100000"/>
              </a:lnSpc>
              <a:spcAft>
                <a:spcPts val="450"/>
              </a:spcAft>
              <a:buNone/>
              <a:defRPr sz="1200"/>
            </a:lvl2pPr>
            <a:lvl3pPr marL="471488" indent="0">
              <a:lnSpc>
                <a:spcPct val="100000"/>
              </a:lnSpc>
              <a:spcAft>
                <a:spcPts val="450"/>
              </a:spcAft>
              <a:buNone/>
              <a:defRPr sz="1200"/>
            </a:lvl3pPr>
            <a:lvl4pPr marL="644129" indent="0">
              <a:buNone/>
              <a:defRPr sz="900"/>
            </a:lvl4pPr>
            <a:lvl5pPr marL="772716" indent="0">
              <a:buNone/>
              <a:defRPr sz="9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CE1A54-1330-4A91-B63D-5CFA63F9FFDF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750594" y="2374530"/>
            <a:ext cx="3936492" cy="279307"/>
          </a:xfrm>
        </p:spPr>
        <p:txBody>
          <a:bodyPr anchor="t"/>
          <a:lstStyle>
            <a:lvl1pPr marL="0" indent="0">
              <a:buNone/>
              <a:defRPr sz="135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Enter icon title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49DC76-96C3-408F-9627-4D642BE1BDD7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750594" y="2618243"/>
            <a:ext cx="3936492" cy="774571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450"/>
              </a:spcAft>
              <a:buNone/>
              <a:defRPr sz="1200"/>
            </a:lvl1pPr>
            <a:lvl2pPr marL="214313" indent="0">
              <a:lnSpc>
                <a:spcPct val="100000"/>
              </a:lnSpc>
              <a:spcAft>
                <a:spcPts val="450"/>
              </a:spcAft>
              <a:buNone/>
              <a:defRPr sz="1200"/>
            </a:lvl2pPr>
            <a:lvl3pPr marL="471488" indent="0">
              <a:lnSpc>
                <a:spcPct val="100000"/>
              </a:lnSpc>
              <a:spcAft>
                <a:spcPts val="450"/>
              </a:spcAft>
              <a:buNone/>
              <a:defRPr sz="1200"/>
            </a:lvl3pPr>
            <a:lvl4pPr marL="644129" indent="0">
              <a:buNone/>
              <a:defRPr sz="900"/>
            </a:lvl4pPr>
            <a:lvl5pPr marL="772716" indent="0">
              <a:buNone/>
              <a:defRPr sz="9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6D1DC3-FE4E-4BC2-8CA3-4ED12B13803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5214938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685800" rtl="0" eaLnBrk="1" latinLnBrk="0" hangingPunct="1">
              <a:defRPr sz="675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B1EF3D5-2436-9240-B6D0-2048A71FFF33}" type="datetime1">
              <a:rPr lang="en-US" smtClean="0"/>
              <a:pPr/>
              <a:t>1/16/2026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4AE993-84F9-4B17-BB98-5AAAFAF3E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5214938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685800" rtl="0" eaLnBrk="1" latinLnBrk="0" hangingPunct="1">
              <a:defRPr sz="675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2CB0EC-BB93-4417-89BD-8704180EA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Content Placeholder 16">
            <a:extLst>
              <a:ext uri="{FF2B5EF4-FFF2-40B4-BE49-F238E27FC236}">
                <a16:creationId xmlns:a16="http://schemas.microsoft.com/office/drawing/2014/main" id="{BABD1EA8-3E6E-6B30-90D3-292D2A1C2FA6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2042049" y="1602621"/>
            <a:ext cx="766790" cy="466281"/>
          </a:xfrm>
        </p:spPr>
        <p:txBody>
          <a:bodyPr/>
          <a:lstStyle>
            <a:lvl1pPr marL="0" indent="0">
              <a:buNone/>
              <a:defRPr sz="900"/>
            </a:lvl1pPr>
            <a:lvl2pPr marL="214313" indent="0">
              <a:buNone/>
              <a:defRPr/>
            </a:lvl2pPr>
            <a:lvl3pPr marL="471488" indent="0">
              <a:buNone/>
              <a:defRPr/>
            </a:lvl3pPr>
            <a:lvl4pPr marL="644129" indent="0">
              <a:buNone/>
              <a:defRPr/>
            </a:lvl4pPr>
            <a:lvl5pPr marL="772716" indent="0">
              <a:buNone/>
              <a:defRPr/>
            </a:lvl5pPr>
          </a:lstStyle>
          <a:p>
            <a:pPr lvl="0"/>
            <a:r>
              <a:rPr lang="en-US" dirty="0"/>
              <a:t>Click photo icon to add icon</a:t>
            </a:r>
          </a:p>
        </p:txBody>
      </p:sp>
      <p:sp>
        <p:nvSpPr>
          <p:cNvPr id="11" name="Content Placeholder 16">
            <a:extLst>
              <a:ext uri="{FF2B5EF4-FFF2-40B4-BE49-F238E27FC236}">
                <a16:creationId xmlns:a16="http://schemas.microsoft.com/office/drawing/2014/main" id="{45ECE467-8AEA-9E47-81C4-A5BA89E5C39A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6313504" y="1602621"/>
            <a:ext cx="766790" cy="466281"/>
          </a:xfrm>
        </p:spPr>
        <p:txBody>
          <a:bodyPr/>
          <a:lstStyle>
            <a:lvl1pPr marL="0" indent="0">
              <a:buNone/>
              <a:defRPr sz="900"/>
            </a:lvl1pPr>
            <a:lvl2pPr marL="214313" indent="0">
              <a:buNone/>
              <a:defRPr/>
            </a:lvl2pPr>
            <a:lvl3pPr marL="471488" indent="0">
              <a:buNone/>
              <a:defRPr/>
            </a:lvl3pPr>
            <a:lvl4pPr marL="644129" indent="0">
              <a:buNone/>
              <a:defRPr/>
            </a:lvl4pPr>
            <a:lvl5pPr marL="772716" indent="0">
              <a:buNone/>
              <a:defRPr/>
            </a:lvl5pPr>
          </a:lstStyle>
          <a:p>
            <a:pPr lvl="0"/>
            <a:r>
              <a:rPr lang="en-US" dirty="0"/>
              <a:t>Click photo icon to add icon</a:t>
            </a:r>
          </a:p>
        </p:txBody>
      </p:sp>
    </p:spTree>
    <p:extLst>
      <p:ext uri="{BB962C8B-B14F-4D97-AF65-F5344CB8AC3E}">
        <p14:creationId xmlns:p14="http://schemas.microsoft.com/office/powerpoint/2010/main" val="9497353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44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column layout with icons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D5D51-461F-4BF3-B83C-3319F4FEFF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676641"/>
            <a:ext cx="8229600" cy="42473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Two-column layout with icons and subtitle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6D1DC3-FE4E-4BC2-8CA3-4ED12B13803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5214938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685800" rtl="0" eaLnBrk="1" latinLnBrk="0" hangingPunct="1">
              <a:defRPr sz="675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B1EF3D5-2436-9240-B6D0-2048A71FFF33}" type="datetime1">
              <a:rPr lang="en-US" smtClean="0"/>
              <a:pPr/>
              <a:t>1/16/2026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4AE993-84F9-4B17-BB98-5AAAFAF3E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5214938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685800" rtl="0" eaLnBrk="1" latinLnBrk="0" hangingPunct="1">
              <a:defRPr sz="675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2CB0EC-BB93-4417-89BD-8704180EA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3A18DAD-7399-5541-40CB-04258B2BDE7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57199" y="2374530"/>
            <a:ext cx="3936492" cy="279307"/>
          </a:xfrm>
        </p:spPr>
        <p:txBody>
          <a:bodyPr anchor="t"/>
          <a:lstStyle>
            <a:lvl1pPr marL="0" indent="0">
              <a:buNone/>
              <a:defRPr sz="135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Enter icon title</a:t>
            </a: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10247916-98EF-591E-4F19-475183B4E73D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57199" y="2618243"/>
            <a:ext cx="3936492" cy="774571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450"/>
              </a:spcAft>
              <a:buNone/>
              <a:defRPr sz="1200"/>
            </a:lvl1pPr>
            <a:lvl2pPr marL="214313" indent="0">
              <a:lnSpc>
                <a:spcPct val="100000"/>
              </a:lnSpc>
              <a:spcAft>
                <a:spcPts val="450"/>
              </a:spcAft>
              <a:buNone/>
              <a:defRPr sz="1200"/>
            </a:lvl2pPr>
            <a:lvl3pPr marL="471488" indent="0">
              <a:lnSpc>
                <a:spcPct val="100000"/>
              </a:lnSpc>
              <a:spcAft>
                <a:spcPts val="450"/>
              </a:spcAft>
              <a:buNone/>
              <a:defRPr sz="1200"/>
            </a:lvl3pPr>
            <a:lvl4pPr marL="644129" indent="0">
              <a:buNone/>
              <a:defRPr sz="900"/>
            </a:lvl4pPr>
            <a:lvl5pPr marL="772716" indent="0">
              <a:buNone/>
              <a:defRPr sz="9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0D0CAF1F-FF17-2FFF-4D9F-94ADAEA86C58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750594" y="2374530"/>
            <a:ext cx="3936492" cy="279307"/>
          </a:xfrm>
        </p:spPr>
        <p:txBody>
          <a:bodyPr anchor="t"/>
          <a:lstStyle>
            <a:lvl1pPr marL="0" indent="0">
              <a:buNone/>
              <a:defRPr sz="135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Enter icon title</a:t>
            </a:r>
          </a:p>
        </p:txBody>
      </p:sp>
      <p:sp>
        <p:nvSpPr>
          <p:cNvPr id="18" name="Content Placeholder 5">
            <a:extLst>
              <a:ext uri="{FF2B5EF4-FFF2-40B4-BE49-F238E27FC236}">
                <a16:creationId xmlns:a16="http://schemas.microsoft.com/office/drawing/2014/main" id="{E949C3C5-F725-6B74-3234-42B954E1547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750594" y="2618243"/>
            <a:ext cx="3936492" cy="774571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450"/>
              </a:spcAft>
              <a:buNone/>
              <a:defRPr sz="1200"/>
            </a:lvl1pPr>
            <a:lvl2pPr marL="214313" indent="0">
              <a:lnSpc>
                <a:spcPct val="100000"/>
              </a:lnSpc>
              <a:spcAft>
                <a:spcPts val="450"/>
              </a:spcAft>
              <a:buNone/>
              <a:defRPr sz="1200"/>
            </a:lvl2pPr>
            <a:lvl3pPr marL="471488" indent="0">
              <a:lnSpc>
                <a:spcPct val="100000"/>
              </a:lnSpc>
              <a:spcAft>
                <a:spcPts val="450"/>
              </a:spcAft>
              <a:buNone/>
              <a:defRPr sz="1200"/>
            </a:lvl3pPr>
            <a:lvl4pPr marL="644129" indent="0">
              <a:buNone/>
              <a:defRPr sz="900"/>
            </a:lvl4pPr>
            <a:lvl5pPr marL="772716" indent="0">
              <a:buNone/>
              <a:defRPr sz="9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9" name="Content Placeholder 16">
            <a:extLst>
              <a:ext uri="{FF2B5EF4-FFF2-40B4-BE49-F238E27FC236}">
                <a16:creationId xmlns:a16="http://schemas.microsoft.com/office/drawing/2014/main" id="{44536937-62A4-786C-C557-D3D9EA8CA193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2042049" y="1602621"/>
            <a:ext cx="766790" cy="466281"/>
          </a:xfrm>
        </p:spPr>
        <p:txBody>
          <a:bodyPr/>
          <a:lstStyle>
            <a:lvl1pPr marL="0" indent="0">
              <a:buNone/>
              <a:defRPr sz="900"/>
            </a:lvl1pPr>
            <a:lvl2pPr marL="214313" indent="0">
              <a:buNone/>
              <a:defRPr/>
            </a:lvl2pPr>
            <a:lvl3pPr marL="471488" indent="0">
              <a:buNone/>
              <a:defRPr/>
            </a:lvl3pPr>
            <a:lvl4pPr marL="644129" indent="0">
              <a:buNone/>
              <a:defRPr/>
            </a:lvl4pPr>
            <a:lvl5pPr marL="772716" indent="0">
              <a:buNone/>
              <a:defRPr/>
            </a:lvl5pPr>
          </a:lstStyle>
          <a:p>
            <a:pPr lvl="0"/>
            <a:r>
              <a:rPr lang="en-US" dirty="0"/>
              <a:t>Click photo icon to add icon</a:t>
            </a:r>
          </a:p>
        </p:txBody>
      </p:sp>
      <p:sp>
        <p:nvSpPr>
          <p:cNvPr id="20" name="Content Placeholder 16">
            <a:extLst>
              <a:ext uri="{FF2B5EF4-FFF2-40B4-BE49-F238E27FC236}">
                <a16:creationId xmlns:a16="http://schemas.microsoft.com/office/drawing/2014/main" id="{0313469E-BCCE-C3EE-9856-DF507AFDBCA3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6313504" y="1602621"/>
            <a:ext cx="766790" cy="466281"/>
          </a:xfrm>
        </p:spPr>
        <p:txBody>
          <a:bodyPr/>
          <a:lstStyle>
            <a:lvl1pPr marL="0" indent="0">
              <a:buNone/>
              <a:defRPr sz="900"/>
            </a:lvl1pPr>
            <a:lvl2pPr marL="214313" indent="0">
              <a:buNone/>
              <a:defRPr/>
            </a:lvl2pPr>
            <a:lvl3pPr marL="471488" indent="0">
              <a:buNone/>
              <a:defRPr/>
            </a:lvl3pPr>
            <a:lvl4pPr marL="644129" indent="0">
              <a:buNone/>
              <a:defRPr/>
            </a:lvl4pPr>
            <a:lvl5pPr marL="772716" indent="0">
              <a:buNone/>
              <a:defRPr/>
            </a:lvl5pPr>
          </a:lstStyle>
          <a:p>
            <a:pPr lvl="0"/>
            <a:r>
              <a:rPr lang="en-US" dirty="0"/>
              <a:t>Click photo icon to add icon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FDEE8EDF-333D-3DB3-34C0-C43BEF3BA0A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57200" y="1068545"/>
            <a:ext cx="8229600" cy="30008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225"/>
              </a:spcAft>
              <a:buNone/>
              <a:defRPr sz="1350" b="0" i="0" cap="none" spc="0" baseline="0"/>
            </a:lvl1pPr>
          </a:lstStyle>
          <a:p>
            <a:pPr lvl="0"/>
            <a:r>
              <a:rPr lang="en-US" dirty="0"/>
              <a:t>Enter subtitle</a:t>
            </a:r>
          </a:p>
        </p:txBody>
      </p:sp>
    </p:spTree>
    <p:extLst>
      <p:ext uri="{BB962C8B-B14F-4D97-AF65-F5344CB8AC3E}">
        <p14:creationId xmlns:p14="http://schemas.microsoft.com/office/powerpoint/2010/main" val="21477779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44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column layout with icons (no titl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10247916-98EF-591E-4F19-475183B4E73D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57199" y="2618244"/>
            <a:ext cx="3936492" cy="774571"/>
          </a:xfrm>
        </p:spPr>
        <p:txBody>
          <a:bodyPr/>
          <a:lstStyle>
            <a:lvl1pPr marL="0" indent="0" algn="ctr">
              <a:lnSpc>
                <a:spcPct val="100000"/>
              </a:lnSpc>
              <a:spcAft>
                <a:spcPts val="450"/>
              </a:spcAft>
              <a:buNone/>
              <a:defRPr sz="1200"/>
            </a:lvl1pPr>
            <a:lvl2pPr marL="214313" indent="0" algn="ctr">
              <a:lnSpc>
                <a:spcPct val="100000"/>
              </a:lnSpc>
              <a:spcAft>
                <a:spcPts val="450"/>
              </a:spcAft>
              <a:buNone/>
              <a:defRPr sz="1200"/>
            </a:lvl2pPr>
            <a:lvl3pPr marL="471488" indent="0" algn="ctr">
              <a:lnSpc>
                <a:spcPct val="100000"/>
              </a:lnSpc>
              <a:spcAft>
                <a:spcPts val="450"/>
              </a:spcAft>
              <a:buNone/>
              <a:defRPr sz="1200"/>
            </a:lvl3pPr>
            <a:lvl4pPr marL="644129" indent="0">
              <a:buNone/>
              <a:defRPr sz="900"/>
            </a:lvl4pPr>
            <a:lvl5pPr marL="772716" indent="0">
              <a:buNone/>
              <a:defRPr sz="9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8" name="Content Placeholder 5">
            <a:extLst>
              <a:ext uri="{FF2B5EF4-FFF2-40B4-BE49-F238E27FC236}">
                <a16:creationId xmlns:a16="http://schemas.microsoft.com/office/drawing/2014/main" id="{E949C3C5-F725-6B74-3234-42B954E1547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750594" y="2618244"/>
            <a:ext cx="3936492" cy="774571"/>
          </a:xfrm>
        </p:spPr>
        <p:txBody>
          <a:bodyPr/>
          <a:lstStyle>
            <a:lvl1pPr marL="0" indent="0" algn="ctr">
              <a:lnSpc>
                <a:spcPct val="100000"/>
              </a:lnSpc>
              <a:spcAft>
                <a:spcPts val="450"/>
              </a:spcAft>
              <a:buNone/>
              <a:defRPr sz="1200"/>
            </a:lvl1pPr>
            <a:lvl2pPr marL="214313" indent="0" algn="ctr">
              <a:lnSpc>
                <a:spcPct val="100000"/>
              </a:lnSpc>
              <a:spcAft>
                <a:spcPts val="450"/>
              </a:spcAft>
              <a:buNone/>
              <a:defRPr sz="1200"/>
            </a:lvl2pPr>
            <a:lvl3pPr marL="471488" indent="0" algn="ctr">
              <a:lnSpc>
                <a:spcPct val="100000"/>
              </a:lnSpc>
              <a:spcAft>
                <a:spcPts val="450"/>
              </a:spcAft>
              <a:buNone/>
              <a:defRPr sz="1200"/>
            </a:lvl3pPr>
            <a:lvl4pPr marL="644129" indent="0">
              <a:buNone/>
              <a:defRPr sz="900"/>
            </a:lvl4pPr>
            <a:lvl5pPr marL="772716" indent="0">
              <a:buNone/>
              <a:defRPr sz="9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AD5D51-461F-4BF3-B83C-3319F4FEFF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676641"/>
            <a:ext cx="8229600" cy="42473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Two-column layout with icons (no titles)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6D1DC3-FE4E-4BC2-8CA3-4ED12B13803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5214938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685800" rtl="0" eaLnBrk="1" latinLnBrk="0" hangingPunct="1">
              <a:defRPr sz="675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B1EF3D5-2436-9240-B6D0-2048A71FFF33}" type="datetime1">
              <a:rPr lang="en-US" smtClean="0"/>
              <a:pPr/>
              <a:t>1/16/2026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4AE993-84F9-4B17-BB98-5AAAFAF3E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5214938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685800" rtl="0" eaLnBrk="1" latinLnBrk="0" hangingPunct="1">
              <a:defRPr sz="675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2CB0EC-BB93-4417-89BD-8704180EA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Content Placeholder 16">
            <a:extLst>
              <a:ext uri="{FF2B5EF4-FFF2-40B4-BE49-F238E27FC236}">
                <a16:creationId xmlns:a16="http://schemas.microsoft.com/office/drawing/2014/main" id="{44536937-62A4-786C-C557-D3D9EA8CA193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2042049" y="1849452"/>
            <a:ext cx="766790" cy="466281"/>
          </a:xfrm>
        </p:spPr>
        <p:txBody>
          <a:bodyPr/>
          <a:lstStyle>
            <a:lvl1pPr marL="0" indent="0">
              <a:buNone/>
              <a:defRPr sz="900"/>
            </a:lvl1pPr>
            <a:lvl2pPr marL="214313" indent="0">
              <a:buNone/>
              <a:defRPr/>
            </a:lvl2pPr>
            <a:lvl3pPr marL="471488" indent="0">
              <a:buNone/>
              <a:defRPr/>
            </a:lvl3pPr>
            <a:lvl4pPr marL="644129" indent="0">
              <a:buNone/>
              <a:defRPr/>
            </a:lvl4pPr>
            <a:lvl5pPr marL="772716" indent="0">
              <a:buNone/>
              <a:defRPr/>
            </a:lvl5pPr>
          </a:lstStyle>
          <a:p>
            <a:pPr lvl="0"/>
            <a:r>
              <a:rPr lang="en-US" dirty="0"/>
              <a:t>Click photo icon to add icon</a:t>
            </a:r>
          </a:p>
        </p:txBody>
      </p:sp>
      <p:sp>
        <p:nvSpPr>
          <p:cNvPr id="20" name="Content Placeholder 16">
            <a:extLst>
              <a:ext uri="{FF2B5EF4-FFF2-40B4-BE49-F238E27FC236}">
                <a16:creationId xmlns:a16="http://schemas.microsoft.com/office/drawing/2014/main" id="{0313469E-BCCE-C3EE-9856-DF507AFDBCA3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6313504" y="1849452"/>
            <a:ext cx="766790" cy="466281"/>
          </a:xfrm>
        </p:spPr>
        <p:txBody>
          <a:bodyPr/>
          <a:lstStyle>
            <a:lvl1pPr marL="0" indent="0">
              <a:buNone/>
              <a:defRPr sz="900"/>
            </a:lvl1pPr>
            <a:lvl2pPr marL="214313" indent="0">
              <a:buNone/>
              <a:defRPr/>
            </a:lvl2pPr>
            <a:lvl3pPr marL="471488" indent="0">
              <a:buNone/>
              <a:defRPr/>
            </a:lvl3pPr>
            <a:lvl4pPr marL="644129" indent="0">
              <a:buNone/>
              <a:defRPr/>
            </a:lvl4pPr>
            <a:lvl5pPr marL="772716" indent="0">
              <a:buNone/>
              <a:defRPr/>
            </a:lvl5pPr>
          </a:lstStyle>
          <a:p>
            <a:pPr lvl="0"/>
            <a:r>
              <a:rPr lang="en-US" dirty="0"/>
              <a:t>Click photo icon to add icon</a:t>
            </a:r>
          </a:p>
        </p:txBody>
      </p:sp>
    </p:spTree>
    <p:extLst>
      <p:ext uri="{BB962C8B-B14F-4D97-AF65-F5344CB8AC3E}">
        <p14:creationId xmlns:p14="http://schemas.microsoft.com/office/powerpoint/2010/main" val="7897358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44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column layout with icons and subtitle (no titl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10247916-98EF-591E-4F19-475183B4E73D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57199" y="2618244"/>
            <a:ext cx="3936492" cy="774571"/>
          </a:xfrm>
        </p:spPr>
        <p:txBody>
          <a:bodyPr/>
          <a:lstStyle>
            <a:lvl1pPr marL="0" indent="0" algn="ctr">
              <a:lnSpc>
                <a:spcPct val="100000"/>
              </a:lnSpc>
              <a:spcAft>
                <a:spcPts val="450"/>
              </a:spcAft>
              <a:buNone/>
              <a:defRPr sz="1200"/>
            </a:lvl1pPr>
            <a:lvl2pPr marL="214313" indent="0" algn="ctr">
              <a:lnSpc>
                <a:spcPct val="100000"/>
              </a:lnSpc>
              <a:spcAft>
                <a:spcPts val="450"/>
              </a:spcAft>
              <a:buNone/>
              <a:defRPr sz="1200"/>
            </a:lvl2pPr>
            <a:lvl3pPr marL="471488" indent="0" algn="ctr">
              <a:lnSpc>
                <a:spcPct val="100000"/>
              </a:lnSpc>
              <a:spcAft>
                <a:spcPts val="450"/>
              </a:spcAft>
              <a:buNone/>
              <a:defRPr sz="1200"/>
            </a:lvl3pPr>
            <a:lvl4pPr marL="644129" indent="0">
              <a:buNone/>
              <a:defRPr sz="900"/>
            </a:lvl4pPr>
            <a:lvl5pPr marL="772716" indent="0">
              <a:buNone/>
              <a:defRPr sz="9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8" name="Content Placeholder 5">
            <a:extLst>
              <a:ext uri="{FF2B5EF4-FFF2-40B4-BE49-F238E27FC236}">
                <a16:creationId xmlns:a16="http://schemas.microsoft.com/office/drawing/2014/main" id="{E949C3C5-F725-6B74-3234-42B954E1547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750594" y="2618244"/>
            <a:ext cx="3936492" cy="774571"/>
          </a:xfrm>
        </p:spPr>
        <p:txBody>
          <a:bodyPr/>
          <a:lstStyle>
            <a:lvl1pPr marL="0" indent="0" algn="ctr">
              <a:lnSpc>
                <a:spcPct val="100000"/>
              </a:lnSpc>
              <a:spcAft>
                <a:spcPts val="450"/>
              </a:spcAft>
              <a:buNone/>
              <a:defRPr sz="1200"/>
            </a:lvl1pPr>
            <a:lvl2pPr marL="214313" indent="0" algn="ctr">
              <a:lnSpc>
                <a:spcPct val="100000"/>
              </a:lnSpc>
              <a:spcAft>
                <a:spcPts val="450"/>
              </a:spcAft>
              <a:buNone/>
              <a:defRPr sz="1200"/>
            </a:lvl2pPr>
            <a:lvl3pPr marL="471488" indent="0" algn="ctr">
              <a:lnSpc>
                <a:spcPct val="100000"/>
              </a:lnSpc>
              <a:spcAft>
                <a:spcPts val="450"/>
              </a:spcAft>
              <a:buNone/>
              <a:defRPr sz="1200"/>
            </a:lvl3pPr>
            <a:lvl4pPr marL="644129" indent="0">
              <a:buNone/>
              <a:defRPr sz="900"/>
            </a:lvl4pPr>
            <a:lvl5pPr marL="772716" indent="0">
              <a:buNone/>
              <a:defRPr sz="9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AD5D51-461F-4BF3-B83C-3319F4FEFF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676641"/>
            <a:ext cx="8229600" cy="42473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Two-column layout with icons and subtitle (no titles)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6D1DC3-FE4E-4BC2-8CA3-4ED12B13803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5214938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685800" rtl="0" eaLnBrk="1" latinLnBrk="0" hangingPunct="1">
              <a:defRPr sz="675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B1EF3D5-2436-9240-B6D0-2048A71FFF33}" type="datetime1">
              <a:rPr lang="en-US" smtClean="0"/>
              <a:pPr/>
              <a:t>1/16/2026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4AE993-84F9-4B17-BB98-5AAAFAF3E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5214938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685800" rtl="0" eaLnBrk="1" latinLnBrk="0" hangingPunct="1">
              <a:defRPr sz="675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2CB0EC-BB93-4417-89BD-8704180EA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Content Placeholder 16">
            <a:extLst>
              <a:ext uri="{FF2B5EF4-FFF2-40B4-BE49-F238E27FC236}">
                <a16:creationId xmlns:a16="http://schemas.microsoft.com/office/drawing/2014/main" id="{44536937-62A4-786C-C557-D3D9EA8CA193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2042049" y="1849452"/>
            <a:ext cx="766790" cy="466281"/>
          </a:xfrm>
        </p:spPr>
        <p:txBody>
          <a:bodyPr/>
          <a:lstStyle>
            <a:lvl1pPr marL="0" indent="0">
              <a:buNone/>
              <a:defRPr sz="900"/>
            </a:lvl1pPr>
            <a:lvl2pPr marL="214313" indent="0">
              <a:buNone/>
              <a:defRPr/>
            </a:lvl2pPr>
            <a:lvl3pPr marL="471488" indent="0">
              <a:buNone/>
              <a:defRPr/>
            </a:lvl3pPr>
            <a:lvl4pPr marL="644129" indent="0">
              <a:buNone/>
              <a:defRPr/>
            </a:lvl4pPr>
            <a:lvl5pPr marL="772716" indent="0">
              <a:buNone/>
              <a:defRPr/>
            </a:lvl5pPr>
          </a:lstStyle>
          <a:p>
            <a:pPr lvl="0"/>
            <a:r>
              <a:rPr lang="en-US" dirty="0"/>
              <a:t>Click photo icon to add icon</a:t>
            </a:r>
          </a:p>
        </p:txBody>
      </p:sp>
      <p:sp>
        <p:nvSpPr>
          <p:cNvPr id="20" name="Content Placeholder 16">
            <a:extLst>
              <a:ext uri="{FF2B5EF4-FFF2-40B4-BE49-F238E27FC236}">
                <a16:creationId xmlns:a16="http://schemas.microsoft.com/office/drawing/2014/main" id="{0313469E-BCCE-C3EE-9856-DF507AFDBCA3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6313504" y="1849452"/>
            <a:ext cx="766790" cy="466281"/>
          </a:xfrm>
        </p:spPr>
        <p:txBody>
          <a:bodyPr/>
          <a:lstStyle>
            <a:lvl1pPr marL="0" indent="0">
              <a:buNone/>
              <a:defRPr sz="900"/>
            </a:lvl1pPr>
            <a:lvl2pPr marL="214313" indent="0">
              <a:buNone/>
              <a:defRPr/>
            </a:lvl2pPr>
            <a:lvl3pPr marL="471488" indent="0">
              <a:buNone/>
              <a:defRPr/>
            </a:lvl3pPr>
            <a:lvl4pPr marL="644129" indent="0">
              <a:buNone/>
              <a:defRPr/>
            </a:lvl4pPr>
            <a:lvl5pPr marL="772716" indent="0">
              <a:buNone/>
              <a:defRPr/>
            </a:lvl5pPr>
          </a:lstStyle>
          <a:p>
            <a:pPr lvl="0"/>
            <a:r>
              <a:rPr lang="en-US" dirty="0"/>
              <a:t>Click photo icon to add icon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6EB103-3CA1-84D3-1CF9-23D5F6410BC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57200" y="1068545"/>
            <a:ext cx="8229600" cy="30008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225"/>
              </a:spcAft>
              <a:buNone/>
              <a:defRPr sz="1350" b="0" i="0" cap="none" spc="0" baseline="0"/>
            </a:lvl1pPr>
          </a:lstStyle>
          <a:p>
            <a:pPr lvl="0"/>
            <a:r>
              <a:rPr lang="en-US" dirty="0"/>
              <a:t>Enter subtitle</a:t>
            </a:r>
          </a:p>
        </p:txBody>
      </p:sp>
    </p:spTree>
    <p:extLst>
      <p:ext uri="{BB962C8B-B14F-4D97-AF65-F5344CB8AC3E}">
        <p14:creationId xmlns:p14="http://schemas.microsoft.com/office/powerpoint/2010/main" val="27314703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44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with subheadings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D5D51-461F-4BF3-B83C-3319F4FEFF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676641"/>
            <a:ext cx="7482747" cy="424732"/>
          </a:xfrm>
          <a:prstGeom prst="rect">
            <a:avLst/>
          </a:prstGeom>
        </p:spPr>
        <p:txBody>
          <a:bodyPr/>
          <a:lstStyle>
            <a:lvl1pPr>
              <a:defRPr sz="2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Two-column layout with subheadings and images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CA65A-3F20-4CCD-AE7B-297E975BC0E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125472" y="3379637"/>
            <a:ext cx="2612898" cy="300082"/>
          </a:xfrm>
        </p:spPr>
        <p:txBody>
          <a:bodyPr anchor="t"/>
          <a:lstStyle>
            <a:lvl1pPr marL="0" indent="0">
              <a:buNone/>
              <a:defRPr sz="1500" b="0" i="0">
                <a:solidFill>
                  <a:schemeClr val="accent1"/>
                </a:solidFill>
                <a:latin typeface="Amazon Ember Display" panose="020F0603020204020204" pitchFamily="34" charset="0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BED614-1324-4FC8-94DC-2BB58446A18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125471" y="3656638"/>
            <a:ext cx="2612898" cy="719171"/>
          </a:xfrm>
        </p:spPr>
        <p:txBody>
          <a:bodyPr/>
          <a:lstStyle>
            <a:lvl1pPr marL="0" indent="0">
              <a:buNone/>
              <a:defRPr sz="1350" b="0" i="0">
                <a:latin typeface="Amazon Ember Display" panose="020F0603020204020204" pitchFamily="34" charset="0"/>
              </a:defRPr>
            </a:lvl1pPr>
            <a:lvl2pPr marL="214313" indent="0">
              <a:buNone/>
              <a:defRPr sz="1200" b="0" i="0">
                <a:latin typeface="Amazon Ember Display" panose="020F0603020204020204" pitchFamily="34" charset="0"/>
              </a:defRPr>
            </a:lvl2pPr>
            <a:lvl3pPr marL="471488" indent="0">
              <a:buNone/>
              <a:defRPr sz="1050" b="0" i="0">
                <a:latin typeface="Amazon Ember Display" panose="020F0603020204020204" pitchFamily="34" charset="0"/>
              </a:defRPr>
            </a:lvl3pPr>
            <a:lvl4pPr marL="644129" indent="0">
              <a:buNone/>
              <a:defRPr sz="900"/>
            </a:lvl4pPr>
            <a:lvl5pPr marL="772716" indent="0">
              <a:buNone/>
              <a:defRPr sz="9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CE1A54-1330-4A91-B63D-5CFA63F9FFDF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5405631" y="3379637"/>
            <a:ext cx="2612898" cy="300082"/>
          </a:xfrm>
        </p:spPr>
        <p:txBody>
          <a:bodyPr anchor="t"/>
          <a:lstStyle>
            <a:lvl1pPr marL="0" indent="0">
              <a:buNone/>
              <a:defRPr sz="1500" b="0" i="0">
                <a:solidFill>
                  <a:schemeClr val="accent1"/>
                </a:solidFill>
                <a:latin typeface="Amazon Ember Display" panose="020F0603020204020204" pitchFamily="34" charset="0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49DC76-96C3-408F-9627-4D642BE1BDD7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5405630" y="3656638"/>
            <a:ext cx="2612898" cy="719171"/>
          </a:xfrm>
        </p:spPr>
        <p:txBody>
          <a:bodyPr/>
          <a:lstStyle>
            <a:lvl1pPr marL="0" indent="0">
              <a:buNone/>
              <a:defRPr sz="1350" b="0" i="0">
                <a:latin typeface="Amazon Ember Display" panose="020F0603020204020204" pitchFamily="34" charset="0"/>
              </a:defRPr>
            </a:lvl1pPr>
            <a:lvl2pPr marL="214313" indent="0">
              <a:buNone/>
              <a:defRPr sz="1200" b="0" i="0">
                <a:latin typeface="Amazon Ember Display" panose="020F0603020204020204" pitchFamily="34" charset="0"/>
              </a:defRPr>
            </a:lvl2pPr>
            <a:lvl3pPr marL="471488" indent="0">
              <a:buNone/>
              <a:defRPr sz="1050" b="0" i="0">
                <a:latin typeface="Amazon Ember Display" panose="020F0603020204020204" pitchFamily="34" charset="0"/>
              </a:defRPr>
            </a:lvl3pPr>
            <a:lvl4pPr marL="644129" indent="0">
              <a:buNone/>
              <a:defRPr sz="900"/>
            </a:lvl4pPr>
            <a:lvl5pPr marL="772716" indent="0">
              <a:buNone/>
              <a:defRPr sz="9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E1FED918-02AD-4AE8-80A2-5FBE2CA7CD4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497568" y="1354389"/>
            <a:ext cx="1868705" cy="1789999"/>
          </a:xfrm>
        </p:spPr>
        <p:txBody>
          <a:bodyPr>
            <a:noAutofit/>
          </a:bodyPr>
          <a:lstStyle>
            <a:lvl1pPr marL="0" indent="0">
              <a:buNone/>
              <a:defRPr sz="1350" b="0" i="0">
                <a:latin typeface="Amazon Ember Display" panose="020F0603020204020204" pitchFamily="34" charset="0"/>
              </a:defRPr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6A07340D-F35E-44B1-83E7-553D9B9F4A1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777727" y="1354389"/>
            <a:ext cx="1868705" cy="1789999"/>
          </a:xfrm>
        </p:spPr>
        <p:txBody>
          <a:bodyPr>
            <a:noAutofit/>
          </a:bodyPr>
          <a:lstStyle>
            <a:lvl1pPr marL="0" indent="0">
              <a:buNone/>
              <a:defRPr sz="1350" b="0" i="0">
                <a:latin typeface="Amazon Ember Display" panose="020F0603020204020204" pitchFamily="34" charset="0"/>
              </a:defRPr>
            </a:lvl1pPr>
          </a:lstStyle>
          <a:p>
            <a:r>
              <a:rPr lang="en-US" dirty="0"/>
              <a:t>Click icon to add image</a:t>
            </a:r>
          </a:p>
        </p:txBody>
      </p:sp>
    </p:spTree>
    <p:extLst>
      <p:ext uri="{BB962C8B-B14F-4D97-AF65-F5344CB8AC3E}">
        <p14:creationId xmlns:p14="http://schemas.microsoft.com/office/powerpoint/2010/main" val="252886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064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-column layout with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D5D51-461F-4BF3-B83C-3319F4FEFF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676641"/>
            <a:ext cx="8229600" cy="42473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Three-column layout with icons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CA65A-3F20-4CCD-AE7B-297E975BC0E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57199" y="2377094"/>
            <a:ext cx="2612898" cy="279307"/>
          </a:xfrm>
        </p:spPr>
        <p:txBody>
          <a:bodyPr anchor="t"/>
          <a:lstStyle>
            <a:lvl1pPr marL="0" indent="0">
              <a:buNone/>
              <a:defRPr sz="135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BED614-1324-4FC8-94DC-2BB58446A18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57199" y="2618244"/>
            <a:ext cx="2612898" cy="774571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450"/>
              </a:spcAft>
              <a:buNone/>
              <a:defRPr sz="1200"/>
            </a:lvl1pPr>
            <a:lvl2pPr marL="214313" indent="0">
              <a:lnSpc>
                <a:spcPct val="100000"/>
              </a:lnSpc>
              <a:spcAft>
                <a:spcPts val="450"/>
              </a:spcAft>
              <a:buNone/>
              <a:defRPr sz="1200"/>
            </a:lvl2pPr>
            <a:lvl3pPr marL="471488" indent="0">
              <a:lnSpc>
                <a:spcPct val="100000"/>
              </a:lnSpc>
              <a:spcAft>
                <a:spcPts val="450"/>
              </a:spcAft>
              <a:buNone/>
              <a:defRPr sz="1200"/>
            </a:lvl3pPr>
            <a:lvl4pPr marL="644129" indent="0">
              <a:buNone/>
              <a:defRPr sz="900"/>
            </a:lvl4pPr>
            <a:lvl5pPr marL="772716" indent="0">
              <a:buNone/>
              <a:defRPr sz="9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CE1A54-1330-4A91-B63D-5CFA63F9FFDF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265551" y="2377094"/>
            <a:ext cx="2612898" cy="279307"/>
          </a:xfrm>
        </p:spPr>
        <p:txBody>
          <a:bodyPr anchor="t"/>
          <a:lstStyle>
            <a:lvl1pPr marL="0" indent="0">
              <a:buNone/>
              <a:defRPr sz="135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49DC76-96C3-408F-9627-4D642BE1BDD7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3265550" y="2618244"/>
            <a:ext cx="2612898" cy="774571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450"/>
              </a:spcAft>
              <a:buNone/>
              <a:defRPr sz="1200"/>
            </a:lvl1pPr>
            <a:lvl2pPr marL="214313" indent="0">
              <a:lnSpc>
                <a:spcPct val="100000"/>
              </a:lnSpc>
              <a:spcAft>
                <a:spcPts val="450"/>
              </a:spcAft>
              <a:buNone/>
              <a:defRPr sz="1200"/>
            </a:lvl2pPr>
            <a:lvl3pPr marL="471488" indent="0">
              <a:lnSpc>
                <a:spcPct val="100000"/>
              </a:lnSpc>
              <a:spcAft>
                <a:spcPts val="450"/>
              </a:spcAft>
              <a:buNone/>
              <a:defRPr sz="1200"/>
            </a:lvl3pPr>
            <a:lvl4pPr marL="644129" indent="0">
              <a:buNone/>
              <a:defRPr sz="900"/>
            </a:lvl4pPr>
            <a:lvl5pPr marL="772716" indent="0">
              <a:buNone/>
              <a:defRPr sz="9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B7A6272-EB3F-49FE-8293-213DA74B26E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73902" y="2377094"/>
            <a:ext cx="2612898" cy="279307"/>
          </a:xfrm>
        </p:spPr>
        <p:txBody>
          <a:bodyPr anchor="t"/>
          <a:lstStyle>
            <a:lvl1pPr marL="0" indent="0">
              <a:buNone/>
              <a:defRPr sz="135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A4C7D216-B044-4089-8FA7-0E2598881E8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073902" y="2618244"/>
            <a:ext cx="2612898" cy="774571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450"/>
              </a:spcAft>
              <a:buNone/>
              <a:defRPr sz="1200"/>
            </a:lvl1pPr>
            <a:lvl2pPr marL="214313" indent="0">
              <a:lnSpc>
                <a:spcPct val="100000"/>
              </a:lnSpc>
              <a:spcAft>
                <a:spcPts val="450"/>
              </a:spcAft>
              <a:buNone/>
              <a:defRPr sz="1200"/>
            </a:lvl2pPr>
            <a:lvl3pPr marL="471488" indent="0">
              <a:lnSpc>
                <a:spcPct val="100000"/>
              </a:lnSpc>
              <a:spcAft>
                <a:spcPts val="450"/>
              </a:spcAft>
              <a:buNone/>
              <a:defRPr sz="1200"/>
            </a:lvl3pPr>
            <a:lvl4pPr marL="644129" indent="0">
              <a:buNone/>
              <a:defRPr sz="900"/>
            </a:lvl4pPr>
            <a:lvl5pPr marL="772716" indent="0">
              <a:buNone/>
              <a:defRPr sz="9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FFCFB8E8-C9F0-4143-9378-EA7F6C76665B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628650" y="5214938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685800" rtl="0" eaLnBrk="1" latinLnBrk="0" hangingPunct="1">
              <a:defRPr sz="675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B1EF3D5-2436-9240-B6D0-2048A71FFF33}" type="datetime1">
              <a:rPr lang="en-US" smtClean="0"/>
              <a:pPr/>
              <a:t>1/16/2026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D7D1B458-DF75-45ED-B8CC-69A72676AB0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3028950" y="5214938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685800" rtl="0" eaLnBrk="1" latinLnBrk="0" hangingPunct="1">
              <a:defRPr sz="675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BB1AFFF-5B96-4371-BCA2-F0CE04ECF7F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Content Placeholder 16">
            <a:extLst>
              <a:ext uri="{FF2B5EF4-FFF2-40B4-BE49-F238E27FC236}">
                <a16:creationId xmlns:a16="http://schemas.microsoft.com/office/drawing/2014/main" id="{6DB35E6C-2AF3-F8B6-21E0-26594A491C11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1380252" y="1602622"/>
            <a:ext cx="766790" cy="466281"/>
          </a:xfrm>
        </p:spPr>
        <p:txBody>
          <a:bodyPr/>
          <a:lstStyle>
            <a:lvl1pPr marL="0" indent="0">
              <a:buNone/>
              <a:defRPr sz="900"/>
            </a:lvl1pPr>
            <a:lvl2pPr marL="214313" indent="0">
              <a:buNone/>
              <a:defRPr/>
            </a:lvl2pPr>
            <a:lvl3pPr marL="471488" indent="0">
              <a:buNone/>
              <a:defRPr/>
            </a:lvl3pPr>
            <a:lvl4pPr marL="644129" indent="0">
              <a:buNone/>
              <a:defRPr/>
            </a:lvl4pPr>
            <a:lvl5pPr marL="772716" indent="0">
              <a:buNone/>
              <a:defRPr/>
            </a:lvl5pPr>
          </a:lstStyle>
          <a:p>
            <a:pPr lvl="0"/>
            <a:r>
              <a:rPr lang="en-US" dirty="0"/>
              <a:t>Click photo icon to add icon</a:t>
            </a:r>
          </a:p>
        </p:txBody>
      </p:sp>
      <p:sp>
        <p:nvSpPr>
          <p:cNvPr id="16" name="Content Placeholder 16">
            <a:extLst>
              <a:ext uri="{FF2B5EF4-FFF2-40B4-BE49-F238E27FC236}">
                <a16:creationId xmlns:a16="http://schemas.microsoft.com/office/drawing/2014/main" id="{A6B06065-6B4E-E0A2-3C08-1B6A293F9822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4188605" y="1602622"/>
            <a:ext cx="766790" cy="466281"/>
          </a:xfrm>
        </p:spPr>
        <p:txBody>
          <a:bodyPr/>
          <a:lstStyle>
            <a:lvl1pPr marL="0" indent="0">
              <a:buNone/>
              <a:defRPr sz="900"/>
            </a:lvl1pPr>
            <a:lvl2pPr marL="214313" indent="0">
              <a:buNone/>
              <a:defRPr/>
            </a:lvl2pPr>
            <a:lvl3pPr marL="471488" indent="0">
              <a:buNone/>
              <a:defRPr/>
            </a:lvl3pPr>
            <a:lvl4pPr marL="644129" indent="0">
              <a:buNone/>
              <a:defRPr/>
            </a:lvl4pPr>
            <a:lvl5pPr marL="772716" indent="0">
              <a:buNone/>
              <a:defRPr/>
            </a:lvl5pPr>
          </a:lstStyle>
          <a:p>
            <a:pPr lvl="0"/>
            <a:r>
              <a:rPr lang="en-US" dirty="0"/>
              <a:t>Click photo icon to add icon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255A3904-8804-6F30-5FB2-9706C8DCFE5F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6996958" y="1602621"/>
            <a:ext cx="766790" cy="466281"/>
          </a:xfrm>
        </p:spPr>
        <p:txBody>
          <a:bodyPr/>
          <a:lstStyle>
            <a:lvl1pPr marL="0" indent="0">
              <a:buNone/>
              <a:defRPr sz="900"/>
            </a:lvl1pPr>
            <a:lvl2pPr marL="214313" indent="0">
              <a:buNone/>
              <a:defRPr/>
            </a:lvl2pPr>
            <a:lvl3pPr marL="471488" indent="0">
              <a:buNone/>
              <a:defRPr/>
            </a:lvl3pPr>
            <a:lvl4pPr marL="644129" indent="0">
              <a:buNone/>
              <a:defRPr/>
            </a:lvl4pPr>
            <a:lvl5pPr marL="772716" indent="0">
              <a:buNone/>
              <a:defRPr/>
            </a:lvl5pPr>
          </a:lstStyle>
          <a:p>
            <a:pPr lvl="0"/>
            <a:r>
              <a:rPr lang="en-US" dirty="0"/>
              <a:t>Click photo icon to add icon</a:t>
            </a:r>
          </a:p>
        </p:txBody>
      </p:sp>
    </p:spTree>
    <p:extLst>
      <p:ext uri="{BB962C8B-B14F-4D97-AF65-F5344CB8AC3E}">
        <p14:creationId xmlns:p14="http://schemas.microsoft.com/office/powerpoint/2010/main" val="22971527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064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-column layout with icons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D5D51-461F-4BF3-B83C-3319F4FEFF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676641"/>
            <a:ext cx="8229600" cy="42473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Three-column layout with icons and subtitle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FFCFB8E8-C9F0-4143-9378-EA7F6C76665B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628650" y="5214938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685800" rtl="0" eaLnBrk="1" latinLnBrk="0" hangingPunct="1">
              <a:defRPr sz="675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B1EF3D5-2436-9240-B6D0-2048A71FFF33}" type="datetime1">
              <a:rPr lang="en-US" smtClean="0"/>
              <a:pPr/>
              <a:t>1/16/2026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D7D1B458-DF75-45ED-B8CC-69A72676AB0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3028950" y="5214938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685800" rtl="0" eaLnBrk="1" latinLnBrk="0" hangingPunct="1">
              <a:defRPr sz="675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BB1AFFF-5B96-4371-BCA2-F0CE04ECF7F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694461B3-50C4-A6BC-EBF8-7F3051776B9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57199" y="2377094"/>
            <a:ext cx="2612898" cy="279307"/>
          </a:xfrm>
        </p:spPr>
        <p:txBody>
          <a:bodyPr anchor="t"/>
          <a:lstStyle>
            <a:lvl1pPr marL="0" indent="0">
              <a:buNone/>
              <a:defRPr sz="135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3C68808C-22EA-E2A2-2392-E20AF02B35F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57199" y="2618244"/>
            <a:ext cx="2612898" cy="774571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450"/>
              </a:spcAft>
              <a:buNone/>
              <a:defRPr sz="1200"/>
            </a:lvl1pPr>
            <a:lvl2pPr marL="214313" indent="0">
              <a:lnSpc>
                <a:spcPct val="100000"/>
              </a:lnSpc>
              <a:spcAft>
                <a:spcPts val="450"/>
              </a:spcAft>
              <a:buNone/>
              <a:defRPr sz="1200"/>
            </a:lvl2pPr>
            <a:lvl3pPr marL="471488" indent="0">
              <a:lnSpc>
                <a:spcPct val="100000"/>
              </a:lnSpc>
              <a:spcAft>
                <a:spcPts val="450"/>
              </a:spcAft>
              <a:buNone/>
              <a:defRPr sz="1200"/>
            </a:lvl3pPr>
            <a:lvl4pPr marL="644129" indent="0">
              <a:buNone/>
              <a:defRPr sz="900"/>
            </a:lvl4pPr>
            <a:lvl5pPr marL="772716" indent="0">
              <a:buNone/>
              <a:defRPr sz="9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607C3608-8C0E-202C-715F-AD433A813F84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265551" y="2377094"/>
            <a:ext cx="2612898" cy="279307"/>
          </a:xfrm>
        </p:spPr>
        <p:txBody>
          <a:bodyPr anchor="t"/>
          <a:lstStyle>
            <a:lvl1pPr marL="0" indent="0">
              <a:buNone/>
              <a:defRPr sz="135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22" name="Content Placeholder 5">
            <a:extLst>
              <a:ext uri="{FF2B5EF4-FFF2-40B4-BE49-F238E27FC236}">
                <a16:creationId xmlns:a16="http://schemas.microsoft.com/office/drawing/2014/main" id="{EF14A630-C482-0534-314C-ECAA5B8DF56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3265550" y="2618244"/>
            <a:ext cx="2612898" cy="774571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450"/>
              </a:spcAft>
              <a:buNone/>
              <a:defRPr sz="1200"/>
            </a:lvl1pPr>
            <a:lvl2pPr marL="214313" indent="0">
              <a:lnSpc>
                <a:spcPct val="100000"/>
              </a:lnSpc>
              <a:spcAft>
                <a:spcPts val="450"/>
              </a:spcAft>
              <a:buNone/>
              <a:defRPr sz="1200"/>
            </a:lvl2pPr>
            <a:lvl3pPr marL="471488" indent="0">
              <a:lnSpc>
                <a:spcPct val="100000"/>
              </a:lnSpc>
              <a:spcAft>
                <a:spcPts val="450"/>
              </a:spcAft>
              <a:buNone/>
              <a:defRPr sz="1200"/>
            </a:lvl3pPr>
            <a:lvl4pPr marL="644129" indent="0">
              <a:buNone/>
              <a:defRPr sz="900"/>
            </a:lvl4pPr>
            <a:lvl5pPr marL="772716" indent="0">
              <a:buNone/>
              <a:defRPr sz="9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BF4016B1-3729-5A23-0D1F-6DF2F447F80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73902" y="2377094"/>
            <a:ext cx="2612898" cy="279307"/>
          </a:xfrm>
        </p:spPr>
        <p:txBody>
          <a:bodyPr anchor="t"/>
          <a:lstStyle>
            <a:lvl1pPr marL="0" indent="0">
              <a:buNone/>
              <a:defRPr sz="135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24" name="Content Placeholder 5">
            <a:extLst>
              <a:ext uri="{FF2B5EF4-FFF2-40B4-BE49-F238E27FC236}">
                <a16:creationId xmlns:a16="http://schemas.microsoft.com/office/drawing/2014/main" id="{CE666040-0FB8-E253-D2E7-FAECEF1B211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073902" y="2618244"/>
            <a:ext cx="2612898" cy="774571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450"/>
              </a:spcAft>
              <a:buNone/>
              <a:defRPr sz="1200"/>
            </a:lvl1pPr>
            <a:lvl2pPr marL="214313" indent="0">
              <a:lnSpc>
                <a:spcPct val="100000"/>
              </a:lnSpc>
              <a:spcAft>
                <a:spcPts val="450"/>
              </a:spcAft>
              <a:buNone/>
              <a:defRPr sz="1200"/>
            </a:lvl2pPr>
            <a:lvl3pPr marL="471488" indent="0">
              <a:lnSpc>
                <a:spcPct val="100000"/>
              </a:lnSpc>
              <a:spcAft>
                <a:spcPts val="450"/>
              </a:spcAft>
              <a:buNone/>
              <a:defRPr sz="1200"/>
            </a:lvl3pPr>
            <a:lvl4pPr marL="644129" indent="0">
              <a:buNone/>
              <a:defRPr sz="900"/>
            </a:lvl4pPr>
            <a:lvl5pPr marL="772716" indent="0">
              <a:buNone/>
              <a:defRPr sz="9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5" name="Content Placeholder 16">
            <a:extLst>
              <a:ext uri="{FF2B5EF4-FFF2-40B4-BE49-F238E27FC236}">
                <a16:creationId xmlns:a16="http://schemas.microsoft.com/office/drawing/2014/main" id="{8F44DDEC-10E8-55C8-A28F-6D470538EEB9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1380252" y="1602622"/>
            <a:ext cx="766790" cy="466281"/>
          </a:xfrm>
        </p:spPr>
        <p:txBody>
          <a:bodyPr/>
          <a:lstStyle>
            <a:lvl1pPr marL="0" indent="0">
              <a:buNone/>
              <a:defRPr sz="900"/>
            </a:lvl1pPr>
            <a:lvl2pPr marL="214313" indent="0">
              <a:buNone/>
              <a:defRPr/>
            </a:lvl2pPr>
            <a:lvl3pPr marL="471488" indent="0">
              <a:buNone/>
              <a:defRPr/>
            </a:lvl3pPr>
            <a:lvl4pPr marL="644129" indent="0">
              <a:buNone/>
              <a:defRPr/>
            </a:lvl4pPr>
            <a:lvl5pPr marL="772716" indent="0">
              <a:buNone/>
              <a:defRPr/>
            </a:lvl5pPr>
          </a:lstStyle>
          <a:p>
            <a:pPr lvl="0"/>
            <a:r>
              <a:rPr lang="en-US" dirty="0"/>
              <a:t>Click photo icon to add icon</a:t>
            </a:r>
          </a:p>
        </p:txBody>
      </p:sp>
      <p:sp>
        <p:nvSpPr>
          <p:cNvPr id="26" name="Content Placeholder 16">
            <a:extLst>
              <a:ext uri="{FF2B5EF4-FFF2-40B4-BE49-F238E27FC236}">
                <a16:creationId xmlns:a16="http://schemas.microsoft.com/office/drawing/2014/main" id="{B0AF4C13-9AC1-2B77-EEBA-598613FE7CF1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4188605" y="1602622"/>
            <a:ext cx="766790" cy="466281"/>
          </a:xfrm>
        </p:spPr>
        <p:txBody>
          <a:bodyPr/>
          <a:lstStyle>
            <a:lvl1pPr marL="0" indent="0">
              <a:buNone/>
              <a:defRPr sz="900"/>
            </a:lvl1pPr>
            <a:lvl2pPr marL="214313" indent="0">
              <a:buNone/>
              <a:defRPr/>
            </a:lvl2pPr>
            <a:lvl3pPr marL="471488" indent="0">
              <a:buNone/>
              <a:defRPr/>
            </a:lvl3pPr>
            <a:lvl4pPr marL="644129" indent="0">
              <a:buNone/>
              <a:defRPr/>
            </a:lvl4pPr>
            <a:lvl5pPr marL="772716" indent="0">
              <a:buNone/>
              <a:defRPr/>
            </a:lvl5pPr>
          </a:lstStyle>
          <a:p>
            <a:pPr lvl="0"/>
            <a:r>
              <a:rPr lang="en-US" dirty="0"/>
              <a:t>Click photo icon to add icon</a:t>
            </a:r>
          </a:p>
        </p:txBody>
      </p:sp>
      <p:sp>
        <p:nvSpPr>
          <p:cNvPr id="27" name="Content Placeholder 16">
            <a:extLst>
              <a:ext uri="{FF2B5EF4-FFF2-40B4-BE49-F238E27FC236}">
                <a16:creationId xmlns:a16="http://schemas.microsoft.com/office/drawing/2014/main" id="{85DFA68E-A470-71D5-6A52-E5DA15B10760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6996958" y="1602621"/>
            <a:ext cx="766790" cy="466281"/>
          </a:xfrm>
        </p:spPr>
        <p:txBody>
          <a:bodyPr/>
          <a:lstStyle>
            <a:lvl1pPr marL="0" indent="0">
              <a:buNone/>
              <a:defRPr sz="900"/>
            </a:lvl1pPr>
            <a:lvl2pPr marL="214313" indent="0">
              <a:buNone/>
              <a:defRPr/>
            </a:lvl2pPr>
            <a:lvl3pPr marL="471488" indent="0">
              <a:buNone/>
              <a:defRPr/>
            </a:lvl3pPr>
            <a:lvl4pPr marL="644129" indent="0">
              <a:buNone/>
              <a:defRPr/>
            </a:lvl4pPr>
            <a:lvl5pPr marL="772716" indent="0">
              <a:buNone/>
              <a:defRPr/>
            </a:lvl5pPr>
          </a:lstStyle>
          <a:p>
            <a:pPr lvl="0"/>
            <a:r>
              <a:rPr lang="en-US" dirty="0"/>
              <a:t>Click photo icon to add icon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007575-55C5-903E-D2B0-829EF781FB3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7200" y="1068545"/>
            <a:ext cx="8229600" cy="30008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225"/>
              </a:spcAft>
              <a:buNone/>
              <a:defRPr sz="1350" b="0" i="0" cap="none" spc="0" baseline="0"/>
            </a:lvl1pPr>
          </a:lstStyle>
          <a:p>
            <a:pPr lvl="0"/>
            <a:r>
              <a:rPr lang="en-US" dirty="0"/>
              <a:t>Enter subtitle</a:t>
            </a:r>
          </a:p>
        </p:txBody>
      </p:sp>
    </p:spTree>
    <p:extLst>
      <p:ext uri="{BB962C8B-B14F-4D97-AF65-F5344CB8AC3E}">
        <p14:creationId xmlns:p14="http://schemas.microsoft.com/office/powerpoint/2010/main" val="3250742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064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-column layout with icons (no titl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3C68808C-22EA-E2A2-2392-E20AF02B35F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57199" y="2618244"/>
            <a:ext cx="2612898" cy="774571"/>
          </a:xfrm>
        </p:spPr>
        <p:txBody>
          <a:bodyPr/>
          <a:lstStyle>
            <a:lvl1pPr marL="0" indent="0" algn="ctr">
              <a:lnSpc>
                <a:spcPct val="100000"/>
              </a:lnSpc>
              <a:spcAft>
                <a:spcPts val="450"/>
              </a:spcAft>
              <a:buNone/>
              <a:defRPr sz="1200"/>
            </a:lvl1pPr>
            <a:lvl2pPr marL="214313" indent="0" algn="ctr">
              <a:lnSpc>
                <a:spcPct val="100000"/>
              </a:lnSpc>
              <a:spcAft>
                <a:spcPts val="450"/>
              </a:spcAft>
              <a:buNone/>
              <a:defRPr sz="1200"/>
            </a:lvl2pPr>
            <a:lvl3pPr marL="471488" indent="0" algn="ctr">
              <a:lnSpc>
                <a:spcPct val="100000"/>
              </a:lnSpc>
              <a:spcAft>
                <a:spcPts val="450"/>
              </a:spcAft>
              <a:buNone/>
              <a:defRPr sz="1200"/>
            </a:lvl3pPr>
            <a:lvl4pPr marL="644129" indent="0">
              <a:buNone/>
              <a:defRPr sz="900"/>
            </a:lvl4pPr>
            <a:lvl5pPr marL="772716" indent="0">
              <a:buNone/>
              <a:defRPr sz="9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2" name="Content Placeholder 5">
            <a:extLst>
              <a:ext uri="{FF2B5EF4-FFF2-40B4-BE49-F238E27FC236}">
                <a16:creationId xmlns:a16="http://schemas.microsoft.com/office/drawing/2014/main" id="{EF14A630-C482-0534-314C-ECAA5B8DF56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3265550" y="2618244"/>
            <a:ext cx="2612898" cy="774571"/>
          </a:xfrm>
        </p:spPr>
        <p:txBody>
          <a:bodyPr/>
          <a:lstStyle>
            <a:lvl1pPr marL="0" indent="0" algn="ctr">
              <a:lnSpc>
                <a:spcPct val="100000"/>
              </a:lnSpc>
              <a:spcAft>
                <a:spcPts val="450"/>
              </a:spcAft>
              <a:buNone/>
              <a:defRPr sz="1200"/>
            </a:lvl1pPr>
            <a:lvl2pPr marL="214313" indent="0" algn="ctr">
              <a:lnSpc>
                <a:spcPct val="100000"/>
              </a:lnSpc>
              <a:spcAft>
                <a:spcPts val="450"/>
              </a:spcAft>
              <a:buNone/>
              <a:defRPr sz="1200"/>
            </a:lvl2pPr>
            <a:lvl3pPr marL="471488" indent="0" algn="ctr">
              <a:lnSpc>
                <a:spcPct val="100000"/>
              </a:lnSpc>
              <a:spcAft>
                <a:spcPts val="450"/>
              </a:spcAft>
              <a:buNone/>
              <a:defRPr sz="1200"/>
            </a:lvl3pPr>
            <a:lvl4pPr marL="644129" indent="0">
              <a:buNone/>
              <a:defRPr sz="900"/>
            </a:lvl4pPr>
            <a:lvl5pPr marL="772716" indent="0">
              <a:buNone/>
              <a:defRPr sz="9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4" name="Content Placeholder 5">
            <a:extLst>
              <a:ext uri="{FF2B5EF4-FFF2-40B4-BE49-F238E27FC236}">
                <a16:creationId xmlns:a16="http://schemas.microsoft.com/office/drawing/2014/main" id="{CE666040-0FB8-E253-D2E7-FAECEF1B211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073902" y="2618244"/>
            <a:ext cx="2612898" cy="774571"/>
          </a:xfrm>
        </p:spPr>
        <p:txBody>
          <a:bodyPr/>
          <a:lstStyle>
            <a:lvl1pPr marL="0" indent="0" algn="ctr">
              <a:lnSpc>
                <a:spcPct val="100000"/>
              </a:lnSpc>
              <a:spcAft>
                <a:spcPts val="450"/>
              </a:spcAft>
              <a:buNone/>
              <a:defRPr sz="1200"/>
            </a:lvl1pPr>
            <a:lvl2pPr marL="214313" indent="0" algn="ctr">
              <a:lnSpc>
                <a:spcPct val="100000"/>
              </a:lnSpc>
              <a:spcAft>
                <a:spcPts val="450"/>
              </a:spcAft>
              <a:buNone/>
              <a:defRPr sz="1200"/>
            </a:lvl2pPr>
            <a:lvl3pPr marL="471488" indent="0" algn="ctr">
              <a:lnSpc>
                <a:spcPct val="100000"/>
              </a:lnSpc>
              <a:spcAft>
                <a:spcPts val="450"/>
              </a:spcAft>
              <a:buNone/>
              <a:defRPr sz="1200"/>
            </a:lvl3pPr>
            <a:lvl4pPr marL="644129" indent="0">
              <a:buNone/>
              <a:defRPr sz="900"/>
            </a:lvl4pPr>
            <a:lvl5pPr marL="772716" indent="0">
              <a:buNone/>
              <a:defRPr sz="9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AD5D51-461F-4BF3-B83C-3319F4FEFF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676641"/>
            <a:ext cx="8229600" cy="42473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Three-column layout with icons (no titles)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FFCFB8E8-C9F0-4143-9378-EA7F6C76665B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628650" y="5214938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685800" rtl="0" eaLnBrk="1" latinLnBrk="0" hangingPunct="1">
              <a:defRPr sz="675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B1EF3D5-2436-9240-B6D0-2048A71FFF33}" type="datetime1">
              <a:rPr lang="en-US" smtClean="0"/>
              <a:pPr/>
              <a:t>1/16/2026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D7D1B458-DF75-45ED-B8CC-69A72676AB0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3028950" y="5214938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685800" rtl="0" eaLnBrk="1" latinLnBrk="0" hangingPunct="1">
              <a:defRPr sz="675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BB1AFFF-5B96-4371-BCA2-F0CE04ECF7F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7834CDD4-D76F-4459-B025-0310E913C2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5" name="Content Placeholder 16">
            <a:extLst>
              <a:ext uri="{FF2B5EF4-FFF2-40B4-BE49-F238E27FC236}">
                <a16:creationId xmlns:a16="http://schemas.microsoft.com/office/drawing/2014/main" id="{8F44DDEC-10E8-55C8-A28F-6D470538EEB9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1380252" y="1849453"/>
            <a:ext cx="766790" cy="466281"/>
          </a:xfrm>
        </p:spPr>
        <p:txBody>
          <a:bodyPr/>
          <a:lstStyle>
            <a:lvl1pPr marL="0" indent="0">
              <a:buNone/>
              <a:defRPr sz="900"/>
            </a:lvl1pPr>
            <a:lvl2pPr marL="214313" indent="0">
              <a:buNone/>
              <a:defRPr/>
            </a:lvl2pPr>
            <a:lvl3pPr marL="471488" indent="0">
              <a:buNone/>
              <a:defRPr/>
            </a:lvl3pPr>
            <a:lvl4pPr marL="644129" indent="0">
              <a:buNone/>
              <a:defRPr/>
            </a:lvl4pPr>
            <a:lvl5pPr marL="772716" indent="0">
              <a:buNone/>
              <a:defRPr/>
            </a:lvl5pPr>
          </a:lstStyle>
          <a:p>
            <a:pPr lvl="0"/>
            <a:r>
              <a:rPr lang="en-US" dirty="0"/>
              <a:t>Click photo icon to add icon</a:t>
            </a:r>
          </a:p>
        </p:txBody>
      </p:sp>
      <p:sp>
        <p:nvSpPr>
          <p:cNvPr id="26" name="Content Placeholder 16">
            <a:extLst>
              <a:ext uri="{FF2B5EF4-FFF2-40B4-BE49-F238E27FC236}">
                <a16:creationId xmlns:a16="http://schemas.microsoft.com/office/drawing/2014/main" id="{B0AF4C13-9AC1-2B77-EEBA-598613FE7CF1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4188605" y="1849453"/>
            <a:ext cx="766790" cy="466281"/>
          </a:xfrm>
        </p:spPr>
        <p:txBody>
          <a:bodyPr/>
          <a:lstStyle>
            <a:lvl1pPr marL="0" indent="0">
              <a:buNone/>
              <a:defRPr sz="900"/>
            </a:lvl1pPr>
            <a:lvl2pPr marL="214313" indent="0">
              <a:buNone/>
              <a:defRPr/>
            </a:lvl2pPr>
            <a:lvl3pPr marL="471488" indent="0">
              <a:buNone/>
              <a:defRPr/>
            </a:lvl3pPr>
            <a:lvl4pPr marL="644129" indent="0">
              <a:buNone/>
              <a:defRPr/>
            </a:lvl4pPr>
            <a:lvl5pPr marL="772716" indent="0">
              <a:buNone/>
              <a:defRPr/>
            </a:lvl5pPr>
          </a:lstStyle>
          <a:p>
            <a:pPr lvl="0"/>
            <a:r>
              <a:rPr lang="en-US" dirty="0"/>
              <a:t>Click photo icon to add icon</a:t>
            </a:r>
          </a:p>
        </p:txBody>
      </p:sp>
      <p:sp>
        <p:nvSpPr>
          <p:cNvPr id="27" name="Content Placeholder 16">
            <a:extLst>
              <a:ext uri="{FF2B5EF4-FFF2-40B4-BE49-F238E27FC236}">
                <a16:creationId xmlns:a16="http://schemas.microsoft.com/office/drawing/2014/main" id="{85DFA68E-A470-71D5-6A52-E5DA15B10760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6996958" y="1849452"/>
            <a:ext cx="766790" cy="466281"/>
          </a:xfrm>
        </p:spPr>
        <p:txBody>
          <a:bodyPr/>
          <a:lstStyle>
            <a:lvl1pPr marL="0" indent="0">
              <a:buNone/>
              <a:defRPr sz="900"/>
            </a:lvl1pPr>
            <a:lvl2pPr marL="214313" indent="0">
              <a:buNone/>
              <a:defRPr/>
            </a:lvl2pPr>
            <a:lvl3pPr marL="471488" indent="0">
              <a:buNone/>
              <a:defRPr/>
            </a:lvl3pPr>
            <a:lvl4pPr marL="644129" indent="0">
              <a:buNone/>
              <a:defRPr/>
            </a:lvl4pPr>
            <a:lvl5pPr marL="772716" indent="0">
              <a:buNone/>
              <a:defRPr/>
            </a:lvl5pPr>
          </a:lstStyle>
          <a:p>
            <a:pPr lvl="0"/>
            <a:r>
              <a:rPr lang="en-US" dirty="0"/>
              <a:t>Click photo icon to add icon</a:t>
            </a:r>
          </a:p>
        </p:txBody>
      </p:sp>
    </p:spTree>
    <p:extLst>
      <p:ext uri="{BB962C8B-B14F-4D97-AF65-F5344CB8AC3E}">
        <p14:creationId xmlns:p14="http://schemas.microsoft.com/office/powerpoint/2010/main" val="1958278480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064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-column layout with icons and subtitle (no titl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3C68808C-22EA-E2A2-2392-E20AF02B35F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57199" y="2618244"/>
            <a:ext cx="2612898" cy="774571"/>
          </a:xfrm>
        </p:spPr>
        <p:txBody>
          <a:bodyPr/>
          <a:lstStyle>
            <a:lvl1pPr marL="0" indent="0" algn="ctr">
              <a:lnSpc>
                <a:spcPct val="100000"/>
              </a:lnSpc>
              <a:spcAft>
                <a:spcPts val="450"/>
              </a:spcAft>
              <a:buNone/>
              <a:defRPr sz="1200"/>
            </a:lvl1pPr>
            <a:lvl2pPr marL="214313" indent="0" algn="ctr">
              <a:lnSpc>
                <a:spcPct val="100000"/>
              </a:lnSpc>
              <a:spcAft>
                <a:spcPts val="450"/>
              </a:spcAft>
              <a:buNone/>
              <a:defRPr sz="1200"/>
            </a:lvl2pPr>
            <a:lvl3pPr marL="471488" indent="0" algn="ctr">
              <a:lnSpc>
                <a:spcPct val="100000"/>
              </a:lnSpc>
              <a:spcAft>
                <a:spcPts val="450"/>
              </a:spcAft>
              <a:buNone/>
              <a:defRPr sz="1200"/>
            </a:lvl3pPr>
            <a:lvl4pPr marL="644129" indent="0">
              <a:buNone/>
              <a:defRPr sz="900"/>
            </a:lvl4pPr>
            <a:lvl5pPr marL="772716" indent="0">
              <a:buNone/>
              <a:defRPr sz="9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2" name="Content Placeholder 5">
            <a:extLst>
              <a:ext uri="{FF2B5EF4-FFF2-40B4-BE49-F238E27FC236}">
                <a16:creationId xmlns:a16="http://schemas.microsoft.com/office/drawing/2014/main" id="{EF14A630-C482-0534-314C-ECAA5B8DF56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3265550" y="2618244"/>
            <a:ext cx="2612898" cy="774571"/>
          </a:xfrm>
        </p:spPr>
        <p:txBody>
          <a:bodyPr/>
          <a:lstStyle>
            <a:lvl1pPr marL="0" indent="0" algn="ctr">
              <a:lnSpc>
                <a:spcPct val="100000"/>
              </a:lnSpc>
              <a:spcAft>
                <a:spcPts val="450"/>
              </a:spcAft>
              <a:buNone/>
              <a:defRPr sz="1200"/>
            </a:lvl1pPr>
            <a:lvl2pPr marL="214313" indent="0" algn="ctr">
              <a:lnSpc>
                <a:spcPct val="100000"/>
              </a:lnSpc>
              <a:spcAft>
                <a:spcPts val="450"/>
              </a:spcAft>
              <a:buNone/>
              <a:defRPr sz="1200"/>
            </a:lvl2pPr>
            <a:lvl3pPr marL="471488" indent="0" algn="ctr">
              <a:lnSpc>
                <a:spcPct val="100000"/>
              </a:lnSpc>
              <a:spcAft>
                <a:spcPts val="450"/>
              </a:spcAft>
              <a:buNone/>
              <a:defRPr sz="1200"/>
            </a:lvl3pPr>
            <a:lvl4pPr marL="644129" indent="0">
              <a:buNone/>
              <a:defRPr sz="900"/>
            </a:lvl4pPr>
            <a:lvl5pPr marL="772716" indent="0">
              <a:buNone/>
              <a:defRPr sz="9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4" name="Content Placeholder 5">
            <a:extLst>
              <a:ext uri="{FF2B5EF4-FFF2-40B4-BE49-F238E27FC236}">
                <a16:creationId xmlns:a16="http://schemas.microsoft.com/office/drawing/2014/main" id="{CE666040-0FB8-E253-D2E7-FAECEF1B211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073902" y="2618244"/>
            <a:ext cx="2612898" cy="774571"/>
          </a:xfrm>
        </p:spPr>
        <p:txBody>
          <a:bodyPr/>
          <a:lstStyle>
            <a:lvl1pPr marL="0" indent="0" algn="ctr">
              <a:lnSpc>
                <a:spcPct val="100000"/>
              </a:lnSpc>
              <a:spcAft>
                <a:spcPts val="450"/>
              </a:spcAft>
              <a:buNone/>
              <a:defRPr sz="1200"/>
            </a:lvl1pPr>
            <a:lvl2pPr marL="214313" indent="0" algn="ctr">
              <a:lnSpc>
                <a:spcPct val="100000"/>
              </a:lnSpc>
              <a:spcAft>
                <a:spcPts val="450"/>
              </a:spcAft>
              <a:buNone/>
              <a:defRPr sz="1200"/>
            </a:lvl2pPr>
            <a:lvl3pPr marL="471488" indent="0" algn="ctr">
              <a:lnSpc>
                <a:spcPct val="100000"/>
              </a:lnSpc>
              <a:spcAft>
                <a:spcPts val="450"/>
              </a:spcAft>
              <a:buNone/>
              <a:defRPr sz="1200"/>
            </a:lvl3pPr>
            <a:lvl4pPr marL="644129" indent="0">
              <a:buNone/>
              <a:defRPr sz="900"/>
            </a:lvl4pPr>
            <a:lvl5pPr marL="772716" indent="0">
              <a:buNone/>
              <a:defRPr sz="9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AD5D51-461F-4BF3-B83C-3319F4FEFF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676641"/>
            <a:ext cx="8229600" cy="42473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Three-column layout with icons and subtitle (no titles)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FFCFB8E8-C9F0-4143-9378-EA7F6C76665B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628650" y="5214938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685800" rtl="0" eaLnBrk="1" latinLnBrk="0" hangingPunct="1">
              <a:defRPr sz="675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B1EF3D5-2436-9240-B6D0-2048A71FFF33}" type="datetime1">
              <a:rPr lang="en-US" smtClean="0"/>
              <a:pPr/>
              <a:t>1/16/2026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D7D1B458-DF75-45ED-B8CC-69A72676AB0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3028950" y="5214938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685800" rtl="0" eaLnBrk="1" latinLnBrk="0" hangingPunct="1">
              <a:defRPr sz="675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BB1AFFF-5B96-4371-BCA2-F0CE04ECF7F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7834CDD4-D76F-4459-B025-0310E913C2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5" name="Content Placeholder 16">
            <a:extLst>
              <a:ext uri="{FF2B5EF4-FFF2-40B4-BE49-F238E27FC236}">
                <a16:creationId xmlns:a16="http://schemas.microsoft.com/office/drawing/2014/main" id="{8F44DDEC-10E8-55C8-A28F-6D470538EEB9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1380252" y="1849453"/>
            <a:ext cx="766790" cy="466281"/>
          </a:xfrm>
        </p:spPr>
        <p:txBody>
          <a:bodyPr/>
          <a:lstStyle>
            <a:lvl1pPr marL="0" indent="0">
              <a:buNone/>
              <a:defRPr sz="900"/>
            </a:lvl1pPr>
            <a:lvl2pPr marL="214313" indent="0">
              <a:buNone/>
              <a:defRPr/>
            </a:lvl2pPr>
            <a:lvl3pPr marL="471488" indent="0">
              <a:buNone/>
              <a:defRPr/>
            </a:lvl3pPr>
            <a:lvl4pPr marL="644129" indent="0">
              <a:buNone/>
              <a:defRPr/>
            </a:lvl4pPr>
            <a:lvl5pPr marL="772716" indent="0">
              <a:buNone/>
              <a:defRPr/>
            </a:lvl5pPr>
          </a:lstStyle>
          <a:p>
            <a:pPr lvl="0"/>
            <a:r>
              <a:rPr lang="en-US" dirty="0"/>
              <a:t>Click photo icon to add icon</a:t>
            </a:r>
          </a:p>
        </p:txBody>
      </p:sp>
      <p:sp>
        <p:nvSpPr>
          <p:cNvPr id="26" name="Content Placeholder 16">
            <a:extLst>
              <a:ext uri="{FF2B5EF4-FFF2-40B4-BE49-F238E27FC236}">
                <a16:creationId xmlns:a16="http://schemas.microsoft.com/office/drawing/2014/main" id="{B0AF4C13-9AC1-2B77-EEBA-598613FE7CF1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4188605" y="1849453"/>
            <a:ext cx="766790" cy="466281"/>
          </a:xfrm>
        </p:spPr>
        <p:txBody>
          <a:bodyPr/>
          <a:lstStyle>
            <a:lvl1pPr marL="0" indent="0">
              <a:buNone/>
              <a:defRPr sz="900"/>
            </a:lvl1pPr>
            <a:lvl2pPr marL="214313" indent="0">
              <a:buNone/>
              <a:defRPr/>
            </a:lvl2pPr>
            <a:lvl3pPr marL="471488" indent="0">
              <a:buNone/>
              <a:defRPr/>
            </a:lvl3pPr>
            <a:lvl4pPr marL="644129" indent="0">
              <a:buNone/>
              <a:defRPr/>
            </a:lvl4pPr>
            <a:lvl5pPr marL="772716" indent="0">
              <a:buNone/>
              <a:defRPr/>
            </a:lvl5pPr>
          </a:lstStyle>
          <a:p>
            <a:pPr lvl="0"/>
            <a:r>
              <a:rPr lang="en-US" dirty="0"/>
              <a:t>Click photo icon to add icon</a:t>
            </a:r>
          </a:p>
        </p:txBody>
      </p:sp>
      <p:sp>
        <p:nvSpPr>
          <p:cNvPr id="27" name="Content Placeholder 16">
            <a:extLst>
              <a:ext uri="{FF2B5EF4-FFF2-40B4-BE49-F238E27FC236}">
                <a16:creationId xmlns:a16="http://schemas.microsoft.com/office/drawing/2014/main" id="{85DFA68E-A470-71D5-6A52-E5DA15B10760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6996958" y="1849452"/>
            <a:ext cx="766790" cy="466281"/>
          </a:xfrm>
        </p:spPr>
        <p:txBody>
          <a:bodyPr/>
          <a:lstStyle>
            <a:lvl1pPr marL="0" indent="0">
              <a:buNone/>
              <a:defRPr sz="900"/>
            </a:lvl1pPr>
            <a:lvl2pPr marL="214313" indent="0">
              <a:buNone/>
              <a:defRPr/>
            </a:lvl2pPr>
            <a:lvl3pPr marL="471488" indent="0">
              <a:buNone/>
              <a:defRPr/>
            </a:lvl3pPr>
            <a:lvl4pPr marL="644129" indent="0">
              <a:buNone/>
              <a:defRPr/>
            </a:lvl4pPr>
            <a:lvl5pPr marL="772716" indent="0">
              <a:buNone/>
              <a:defRPr/>
            </a:lvl5pPr>
          </a:lstStyle>
          <a:p>
            <a:pPr lvl="0"/>
            <a:r>
              <a:rPr lang="en-US" dirty="0"/>
              <a:t>Click photo icon to add icon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508355-6FF5-ECA5-90D3-DE62972F914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1068545"/>
            <a:ext cx="8229600" cy="30008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225"/>
              </a:spcAft>
              <a:buNone/>
              <a:defRPr sz="1350" b="0" i="0" cap="none" spc="0" baseline="0"/>
            </a:lvl1pPr>
          </a:lstStyle>
          <a:p>
            <a:pPr lvl="0"/>
            <a:r>
              <a:rPr lang="en-US" dirty="0"/>
              <a:t>Enter subtitle</a:t>
            </a:r>
          </a:p>
        </p:txBody>
      </p:sp>
    </p:spTree>
    <p:extLst>
      <p:ext uri="{BB962C8B-B14F-4D97-AF65-F5344CB8AC3E}">
        <p14:creationId xmlns:p14="http://schemas.microsoft.com/office/powerpoint/2010/main" val="872888634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064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ree column with subheadings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D5D51-461F-4BF3-B83C-3319F4FEFF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4453" y="676641"/>
            <a:ext cx="8229600" cy="424732"/>
          </a:xfrm>
          <a:prstGeom prst="rect">
            <a:avLst/>
          </a:prstGeom>
        </p:spPr>
        <p:txBody>
          <a:bodyPr/>
          <a:lstStyle>
            <a:lvl1pPr>
              <a:defRPr sz="2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Three-column layout with subheadings and images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CA65A-3F20-4CCD-AE7B-297E975BC0E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57199" y="2465023"/>
            <a:ext cx="2612898" cy="300082"/>
          </a:xfrm>
        </p:spPr>
        <p:txBody>
          <a:bodyPr anchor="t"/>
          <a:lstStyle>
            <a:lvl1pPr marL="0" indent="0">
              <a:buNone/>
              <a:defRPr sz="1500" b="0" i="0">
                <a:solidFill>
                  <a:schemeClr val="accent1"/>
                </a:solidFill>
                <a:latin typeface="Amazon Ember Display" panose="020F0603020204020204" pitchFamily="34" charset="0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BED614-1324-4FC8-94DC-2BB58446A18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57199" y="2742023"/>
            <a:ext cx="2612898" cy="719171"/>
          </a:xfrm>
        </p:spPr>
        <p:txBody>
          <a:bodyPr/>
          <a:lstStyle>
            <a:lvl1pPr marL="0" indent="0">
              <a:buNone/>
              <a:defRPr sz="1350" b="0" i="0">
                <a:latin typeface="Amazon Ember Display" panose="020F0603020204020204" pitchFamily="34" charset="0"/>
              </a:defRPr>
            </a:lvl1pPr>
            <a:lvl2pPr marL="214313" indent="0">
              <a:buNone/>
              <a:defRPr sz="1200" b="0" i="0">
                <a:latin typeface="Amazon Ember Display" panose="020F0603020204020204" pitchFamily="34" charset="0"/>
              </a:defRPr>
            </a:lvl2pPr>
            <a:lvl3pPr marL="471488" indent="0">
              <a:buNone/>
              <a:defRPr sz="1050" b="0" i="0">
                <a:latin typeface="Amazon Ember Display" panose="020F0603020204020204" pitchFamily="34" charset="0"/>
              </a:defRPr>
            </a:lvl3pPr>
            <a:lvl4pPr marL="644129" indent="0">
              <a:buNone/>
              <a:defRPr sz="900"/>
            </a:lvl4pPr>
            <a:lvl5pPr marL="772716" indent="0">
              <a:buNone/>
              <a:defRPr sz="9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CE1A54-1330-4A91-B63D-5CFA63F9FFDF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265551" y="2465023"/>
            <a:ext cx="2612898" cy="300082"/>
          </a:xfrm>
        </p:spPr>
        <p:txBody>
          <a:bodyPr anchor="t"/>
          <a:lstStyle>
            <a:lvl1pPr marL="0" indent="0">
              <a:buNone/>
              <a:defRPr sz="1500" b="0" i="0">
                <a:solidFill>
                  <a:schemeClr val="accent1"/>
                </a:solidFill>
                <a:latin typeface="Amazon Ember Display" panose="020F0603020204020204" pitchFamily="34" charset="0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49DC76-96C3-408F-9627-4D642BE1BDD7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3265550" y="2742023"/>
            <a:ext cx="2612898" cy="719171"/>
          </a:xfrm>
        </p:spPr>
        <p:txBody>
          <a:bodyPr/>
          <a:lstStyle>
            <a:lvl1pPr marL="0" indent="0">
              <a:buNone/>
              <a:defRPr sz="1350" b="0" i="0">
                <a:latin typeface="Amazon Ember Display" panose="020F0603020204020204" pitchFamily="34" charset="0"/>
              </a:defRPr>
            </a:lvl1pPr>
            <a:lvl2pPr marL="214313" indent="0">
              <a:buNone/>
              <a:defRPr sz="1200" b="0" i="0">
                <a:latin typeface="Amazon Ember Display" panose="020F0603020204020204" pitchFamily="34" charset="0"/>
              </a:defRPr>
            </a:lvl2pPr>
            <a:lvl3pPr marL="471488" indent="0">
              <a:buNone/>
              <a:defRPr sz="1050" b="0" i="0">
                <a:latin typeface="Amazon Ember Display" panose="020F0603020204020204" pitchFamily="34" charset="0"/>
              </a:defRPr>
            </a:lvl3pPr>
            <a:lvl4pPr marL="644129" indent="0">
              <a:buNone/>
              <a:defRPr sz="900"/>
            </a:lvl4pPr>
            <a:lvl5pPr marL="772716" indent="0">
              <a:buNone/>
              <a:defRPr sz="9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B7A6272-EB3F-49FE-8293-213DA74B26E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73902" y="2465023"/>
            <a:ext cx="2612898" cy="300082"/>
          </a:xfrm>
        </p:spPr>
        <p:txBody>
          <a:bodyPr anchor="t"/>
          <a:lstStyle>
            <a:lvl1pPr marL="0" indent="0">
              <a:buNone/>
              <a:defRPr sz="1500" b="0" i="0">
                <a:solidFill>
                  <a:schemeClr val="accent1"/>
                </a:solidFill>
                <a:latin typeface="Amazon Ember Display" panose="020F0603020204020204" pitchFamily="34" charset="0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A4C7D216-B044-4089-8FA7-0E2598881E8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073902" y="2742023"/>
            <a:ext cx="2612898" cy="719171"/>
          </a:xfrm>
        </p:spPr>
        <p:txBody>
          <a:bodyPr/>
          <a:lstStyle>
            <a:lvl1pPr marL="0" indent="0">
              <a:buNone/>
              <a:defRPr sz="1350" b="0" i="0">
                <a:latin typeface="Amazon Ember Display" panose="020F0603020204020204" pitchFamily="34" charset="0"/>
              </a:defRPr>
            </a:lvl1pPr>
            <a:lvl2pPr marL="214313" indent="0">
              <a:buNone/>
              <a:defRPr sz="1200" b="0" i="0">
                <a:latin typeface="Amazon Ember Display" panose="020F0603020204020204" pitchFamily="34" charset="0"/>
              </a:defRPr>
            </a:lvl2pPr>
            <a:lvl3pPr marL="471488" indent="0">
              <a:buNone/>
              <a:defRPr sz="1050" b="0" i="0">
                <a:latin typeface="Amazon Ember Display" panose="020F0603020204020204" pitchFamily="34" charset="0"/>
              </a:defRPr>
            </a:lvl3pPr>
            <a:lvl4pPr marL="644129" indent="0">
              <a:buNone/>
              <a:defRPr sz="900"/>
            </a:lvl4pPr>
            <a:lvl5pPr marL="772716" indent="0">
              <a:buNone/>
              <a:defRPr sz="9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E1FED918-02AD-4AE8-80A2-5FBE2CA7CD4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25473" y="1165027"/>
            <a:ext cx="1276350" cy="1111448"/>
          </a:xfrm>
        </p:spPr>
        <p:txBody>
          <a:bodyPr>
            <a:noAutofit/>
          </a:bodyPr>
          <a:lstStyle>
            <a:lvl1pPr marL="0" indent="0">
              <a:buNone/>
              <a:defRPr sz="1350" b="0" i="0">
                <a:latin typeface="Amazon Ember Display" panose="020F0603020204020204" pitchFamily="34" charset="0"/>
              </a:defRPr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6A07340D-F35E-44B1-83E7-553D9B9F4A1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933824" y="1165027"/>
            <a:ext cx="1276350" cy="1111448"/>
          </a:xfrm>
        </p:spPr>
        <p:txBody>
          <a:bodyPr>
            <a:noAutofit/>
          </a:bodyPr>
          <a:lstStyle>
            <a:lvl1pPr marL="0" indent="0">
              <a:buNone/>
              <a:defRPr sz="1350" b="0" i="0">
                <a:latin typeface="Amazon Ember Display" panose="020F0603020204020204" pitchFamily="34" charset="0"/>
              </a:defRPr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0E39C743-124E-4ED1-8147-16B673DA194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742176" y="1165027"/>
            <a:ext cx="1276350" cy="1111448"/>
          </a:xfrm>
        </p:spPr>
        <p:txBody>
          <a:bodyPr>
            <a:noAutofit/>
          </a:bodyPr>
          <a:lstStyle>
            <a:lvl1pPr marL="0" indent="0">
              <a:buNone/>
              <a:defRPr sz="1350" b="0" i="0">
                <a:latin typeface="Amazon Ember Display" panose="020F0603020204020204" pitchFamily="34" charset="0"/>
              </a:defRPr>
            </a:lvl1pPr>
          </a:lstStyle>
          <a:p>
            <a:r>
              <a:rPr lang="en-US" dirty="0"/>
              <a:t>Click icon to add image</a:t>
            </a:r>
          </a:p>
        </p:txBody>
      </p:sp>
    </p:spTree>
    <p:extLst>
      <p:ext uri="{BB962C8B-B14F-4D97-AF65-F5344CB8AC3E}">
        <p14:creationId xmlns:p14="http://schemas.microsoft.com/office/powerpoint/2010/main" val="4112340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064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-column layout with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D5D51-461F-4BF3-B83C-3319F4FEFF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676641"/>
            <a:ext cx="8229600" cy="42473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Four-column layout with icons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CA65A-3F20-4CCD-AE7B-297E975BC0E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57198" y="2375369"/>
            <a:ext cx="1783079" cy="279307"/>
          </a:xfrm>
        </p:spPr>
        <p:txBody>
          <a:bodyPr anchor="t"/>
          <a:lstStyle>
            <a:lvl1pPr marL="0" indent="0">
              <a:buNone/>
              <a:defRPr sz="135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BED614-1324-4FC8-94DC-2BB58446A18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57199" y="2618244"/>
            <a:ext cx="1783080" cy="774571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450"/>
              </a:spcAft>
              <a:buNone/>
              <a:defRPr sz="1200"/>
            </a:lvl1pPr>
            <a:lvl2pPr marL="214313" indent="0">
              <a:lnSpc>
                <a:spcPct val="100000"/>
              </a:lnSpc>
              <a:spcAft>
                <a:spcPts val="450"/>
              </a:spcAft>
              <a:buNone/>
              <a:defRPr sz="1200"/>
            </a:lvl2pPr>
            <a:lvl3pPr marL="471488" indent="0">
              <a:lnSpc>
                <a:spcPct val="100000"/>
              </a:lnSpc>
              <a:spcAft>
                <a:spcPts val="450"/>
              </a:spcAft>
              <a:buNone/>
              <a:defRPr sz="1200"/>
            </a:lvl3pPr>
            <a:lvl4pPr marL="644129" indent="0">
              <a:buNone/>
              <a:defRPr sz="900"/>
            </a:lvl4pPr>
            <a:lvl5pPr marL="772716" indent="0">
              <a:buNone/>
              <a:defRPr sz="9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CE1A54-1330-4A91-B63D-5CFA63F9FFDF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2606039" y="2374579"/>
            <a:ext cx="1783080" cy="279307"/>
          </a:xfrm>
        </p:spPr>
        <p:txBody>
          <a:bodyPr anchor="t"/>
          <a:lstStyle>
            <a:lvl1pPr marL="0" indent="0">
              <a:buNone/>
              <a:defRPr sz="135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49DC76-96C3-408F-9627-4D642BE1BDD7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2606039" y="2618244"/>
            <a:ext cx="1783080" cy="774571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450"/>
              </a:spcAft>
              <a:buNone/>
              <a:defRPr sz="1200"/>
            </a:lvl1pPr>
            <a:lvl2pPr marL="214313" indent="0">
              <a:lnSpc>
                <a:spcPct val="100000"/>
              </a:lnSpc>
              <a:spcAft>
                <a:spcPts val="450"/>
              </a:spcAft>
              <a:buNone/>
              <a:defRPr sz="1200"/>
            </a:lvl2pPr>
            <a:lvl3pPr marL="471488" indent="0">
              <a:lnSpc>
                <a:spcPct val="100000"/>
              </a:lnSpc>
              <a:spcAft>
                <a:spcPts val="450"/>
              </a:spcAft>
              <a:buNone/>
              <a:defRPr sz="1200"/>
            </a:lvl3pPr>
            <a:lvl4pPr marL="644129" indent="0">
              <a:buNone/>
              <a:defRPr sz="900"/>
            </a:lvl4pPr>
            <a:lvl5pPr marL="772716" indent="0">
              <a:buNone/>
              <a:defRPr sz="9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B7A6272-EB3F-49FE-8293-213DA74B26E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54879" y="2374579"/>
            <a:ext cx="1783080" cy="279307"/>
          </a:xfrm>
        </p:spPr>
        <p:txBody>
          <a:bodyPr anchor="t"/>
          <a:lstStyle>
            <a:lvl1pPr marL="0" indent="0">
              <a:buNone/>
              <a:defRPr sz="135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A4C7D216-B044-4089-8FA7-0E2598881E8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54880" y="2618244"/>
            <a:ext cx="1783080" cy="774571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450"/>
              </a:spcAft>
              <a:buNone/>
              <a:defRPr sz="1200"/>
            </a:lvl1pPr>
            <a:lvl2pPr marL="214313" indent="0">
              <a:lnSpc>
                <a:spcPct val="100000"/>
              </a:lnSpc>
              <a:spcAft>
                <a:spcPts val="450"/>
              </a:spcAft>
              <a:buNone/>
              <a:defRPr sz="1200"/>
            </a:lvl2pPr>
            <a:lvl3pPr marL="471488" indent="0">
              <a:lnSpc>
                <a:spcPct val="100000"/>
              </a:lnSpc>
              <a:spcAft>
                <a:spcPts val="450"/>
              </a:spcAft>
              <a:buNone/>
              <a:defRPr sz="1200"/>
            </a:lvl3pPr>
            <a:lvl4pPr marL="644129" indent="0">
              <a:buNone/>
              <a:defRPr sz="900"/>
            </a:lvl4pPr>
            <a:lvl5pPr marL="772716" indent="0">
              <a:buNone/>
              <a:defRPr sz="9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A70CBA4-9A7C-4AA6-80BD-DA7E39D565C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03720" y="2374579"/>
            <a:ext cx="1783080" cy="279307"/>
          </a:xfrm>
        </p:spPr>
        <p:txBody>
          <a:bodyPr anchor="t"/>
          <a:lstStyle>
            <a:lvl1pPr marL="0" indent="0">
              <a:buNone/>
              <a:defRPr sz="135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188FFD55-A15C-40BB-919A-289EBCA6F22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903720" y="2618244"/>
            <a:ext cx="1783080" cy="774571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450"/>
              </a:spcAft>
              <a:buNone/>
              <a:defRPr sz="1200"/>
            </a:lvl1pPr>
            <a:lvl2pPr marL="214313" indent="0">
              <a:lnSpc>
                <a:spcPct val="100000"/>
              </a:lnSpc>
              <a:spcAft>
                <a:spcPts val="450"/>
              </a:spcAft>
              <a:buNone/>
              <a:defRPr sz="1200"/>
            </a:lvl2pPr>
            <a:lvl3pPr marL="471488" indent="0">
              <a:lnSpc>
                <a:spcPct val="100000"/>
              </a:lnSpc>
              <a:spcAft>
                <a:spcPts val="450"/>
              </a:spcAft>
              <a:buNone/>
              <a:defRPr sz="1200"/>
            </a:lvl3pPr>
            <a:lvl4pPr marL="644129" indent="0">
              <a:buNone/>
              <a:defRPr sz="900"/>
            </a:lvl4pPr>
            <a:lvl5pPr marL="772716" indent="0">
              <a:buNone/>
              <a:defRPr sz="9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DEB3A35-9813-4635-AE9D-3B9F6CA5316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628650" y="5214938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685800" rtl="0" eaLnBrk="1" latinLnBrk="0" hangingPunct="1">
              <a:defRPr sz="675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B1EF3D5-2436-9240-B6D0-2048A71FFF33}" type="datetime1">
              <a:rPr lang="en-US" smtClean="0"/>
              <a:pPr/>
              <a:t>1/16/2026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2617FC00-CD62-4B48-80A6-4E68401E96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028950" y="5214938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685800" rtl="0" eaLnBrk="1" latinLnBrk="0" hangingPunct="1">
              <a:defRPr sz="675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1F0D3C1B-0D24-4BCA-810C-31D050008A6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Content Placeholder 16">
            <a:extLst>
              <a:ext uri="{FF2B5EF4-FFF2-40B4-BE49-F238E27FC236}">
                <a16:creationId xmlns:a16="http://schemas.microsoft.com/office/drawing/2014/main" id="{90954B17-D96B-2436-063D-5DE1B08DE6E6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962788" y="1602621"/>
            <a:ext cx="766790" cy="466281"/>
          </a:xfrm>
        </p:spPr>
        <p:txBody>
          <a:bodyPr/>
          <a:lstStyle>
            <a:lvl1pPr marL="0" indent="0">
              <a:buNone/>
              <a:defRPr sz="900"/>
            </a:lvl1pPr>
            <a:lvl2pPr marL="214313" indent="0">
              <a:buNone/>
              <a:defRPr/>
            </a:lvl2pPr>
            <a:lvl3pPr marL="471488" indent="0">
              <a:buNone/>
              <a:defRPr/>
            </a:lvl3pPr>
            <a:lvl4pPr marL="644129" indent="0">
              <a:buNone/>
              <a:defRPr/>
            </a:lvl4pPr>
            <a:lvl5pPr marL="772716" indent="0">
              <a:buNone/>
              <a:defRPr/>
            </a:lvl5pPr>
          </a:lstStyle>
          <a:p>
            <a:pPr lvl="0"/>
            <a:r>
              <a:rPr lang="en-US" dirty="0"/>
              <a:t>Click photo icon to add icon</a:t>
            </a:r>
          </a:p>
        </p:txBody>
      </p:sp>
      <p:sp>
        <p:nvSpPr>
          <p:cNvPr id="22" name="Content Placeholder 16">
            <a:extLst>
              <a:ext uri="{FF2B5EF4-FFF2-40B4-BE49-F238E27FC236}">
                <a16:creationId xmlns:a16="http://schemas.microsoft.com/office/drawing/2014/main" id="{285DB09B-EBA6-BEF0-1E78-DE04A7F538E0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3111631" y="1602621"/>
            <a:ext cx="766790" cy="466281"/>
          </a:xfrm>
        </p:spPr>
        <p:txBody>
          <a:bodyPr/>
          <a:lstStyle>
            <a:lvl1pPr marL="0" indent="0">
              <a:buNone/>
              <a:defRPr sz="900"/>
            </a:lvl1pPr>
            <a:lvl2pPr marL="214313" indent="0">
              <a:buNone/>
              <a:defRPr/>
            </a:lvl2pPr>
            <a:lvl3pPr marL="471488" indent="0">
              <a:buNone/>
              <a:defRPr/>
            </a:lvl3pPr>
            <a:lvl4pPr marL="644129" indent="0">
              <a:buNone/>
              <a:defRPr/>
            </a:lvl4pPr>
            <a:lvl5pPr marL="772716" indent="0">
              <a:buNone/>
              <a:defRPr/>
            </a:lvl5pPr>
          </a:lstStyle>
          <a:p>
            <a:pPr lvl="0"/>
            <a:r>
              <a:rPr lang="en-US" dirty="0"/>
              <a:t>Click photo icon to add icon</a:t>
            </a:r>
          </a:p>
        </p:txBody>
      </p:sp>
      <p:sp>
        <p:nvSpPr>
          <p:cNvPr id="23" name="Content Placeholder 16">
            <a:extLst>
              <a:ext uri="{FF2B5EF4-FFF2-40B4-BE49-F238E27FC236}">
                <a16:creationId xmlns:a16="http://schemas.microsoft.com/office/drawing/2014/main" id="{95310C88-344E-CB26-752A-A2C0F0DAC0F1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5263024" y="1602620"/>
            <a:ext cx="766790" cy="466281"/>
          </a:xfrm>
        </p:spPr>
        <p:txBody>
          <a:bodyPr/>
          <a:lstStyle>
            <a:lvl1pPr marL="0" indent="0">
              <a:buNone/>
              <a:defRPr sz="900"/>
            </a:lvl1pPr>
            <a:lvl2pPr marL="214313" indent="0">
              <a:buNone/>
              <a:defRPr/>
            </a:lvl2pPr>
            <a:lvl3pPr marL="471488" indent="0">
              <a:buNone/>
              <a:defRPr/>
            </a:lvl3pPr>
            <a:lvl4pPr marL="644129" indent="0">
              <a:buNone/>
              <a:defRPr/>
            </a:lvl4pPr>
            <a:lvl5pPr marL="772716" indent="0">
              <a:buNone/>
              <a:defRPr/>
            </a:lvl5pPr>
          </a:lstStyle>
          <a:p>
            <a:pPr lvl="0"/>
            <a:r>
              <a:rPr lang="en-US" dirty="0"/>
              <a:t>Click photo icon to add icon</a:t>
            </a:r>
          </a:p>
        </p:txBody>
      </p:sp>
      <p:sp>
        <p:nvSpPr>
          <p:cNvPr id="24" name="Content Placeholder 16">
            <a:extLst>
              <a:ext uri="{FF2B5EF4-FFF2-40B4-BE49-F238E27FC236}">
                <a16:creationId xmlns:a16="http://schemas.microsoft.com/office/drawing/2014/main" id="{84D86FB7-25F1-A6B6-5143-25041216FA63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7414422" y="1602620"/>
            <a:ext cx="766790" cy="466281"/>
          </a:xfrm>
        </p:spPr>
        <p:txBody>
          <a:bodyPr/>
          <a:lstStyle>
            <a:lvl1pPr marL="0" indent="0">
              <a:buNone/>
              <a:defRPr sz="900"/>
            </a:lvl1pPr>
            <a:lvl2pPr marL="214313" indent="0">
              <a:buNone/>
              <a:defRPr/>
            </a:lvl2pPr>
            <a:lvl3pPr marL="471488" indent="0">
              <a:buNone/>
              <a:defRPr/>
            </a:lvl3pPr>
            <a:lvl4pPr marL="644129" indent="0">
              <a:buNone/>
              <a:defRPr/>
            </a:lvl4pPr>
            <a:lvl5pPr marL="772716" indent="0">
              <a:buNone/>
              <a:defRPr/>
            </a:lvl5pPr>
          </a:lstStyle>
          <a:p>
            <a:pPr lvl="0"/>
            <a:r>
              <a:rPr lang="en-US" dirty="0"/>
              <a:t>Click photo icon to add icon</a:t>
            </a:r>
          </a:p>
        </p:txBody>
      </p:sp>
    </p:spTree>
    <p:extLst>
      <p:ext uri="{BB962C8B-B14F-4D97-AF65-F5344CB8AC3E}">
        <p14:creationId xmlns:p14="http://schemas.microsoft.com/office/powerpoint/2010/main" val="8475610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44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-column layout with icons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D5D51-461F-4BF3-B83C-3319F4FEFF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676641"/>
            <a:ext cx="8229600" cy="42473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Four-column layout with icons and subtitle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CA65A-3F20-4CCD-AE7B-297E975BC0E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57198" y="2376620"/>
            <a:ext cx="1783079" cy="279307"/>
          </a:xfrm>
        </p:spPr>
        <p:txBody>
          <a:bodyPr anchor="t"/>
          <a:lstStyle>
            <a:lvl1pPr marL="0" indent="0">
              <a:buNone/>
              <a:defRPr sz="135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BED614-1324-4FC8-94DC-2BB58446A18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57199" y="2619496"/>
            <a:ext cx="1783080" cy="774571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450"/>
              </a:spcAft>
              <a:buNone/>
              <a:defRPr sz="1200"/>
            </a:lvl1pPr>
            <a:lvl2pPr marL="214313" indent="0">
              <a:lnSpc>
                <a:spcPct val="100000"/>
              </a:lnSpc>
              <a:spcAft>
                <a:spcPts val="450"/>
              </a:spcAft>
              <a:buNone/>
              <a:defRPr sz="1200"/>
            </a:lvl2pPr>
            <a:lvl3pPr marL="471488" indent="0">
              <a:lnSpc>
                <a:spcPct val="100000"/>
              </a:lnSpc>
              <a:spcAft>
                <a:spcPts val="450"/>
              </a:spcAft>
              <a:buNone/>
              <a:defRPr sz="1200"/>
            </a:lvl3pPr>
            <a:lvl4pPr marL="644129" indent="0">
              <a:buNone/>
              <a:defRPr sz="900"/>
            </a:lvl4pPr>
            <a:lvl5pPr marL="772716" indent="0">
              <a:buNone/>
              <a:defRPr sz="9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CE1A54-1330-4A91-B63D-5CFA63F9FFDF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2606039" y="2375831"/>
            <a:ext cx="1783080" cy="279307"/>
          </a:xfrm>
        </p:spPr>
        <p:txBody>
          <a:bodyPr anchor="t"/>
          <a:lstStyle>
            <a:lvl1pPr marL="0" indent="0">
              <a:buNone/>
              <a:defRPr sz="135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49DC76-96C3-408F-9627-4D642BE1BDD7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2606039" y="2619496"/>
            <a:ext cx="1783080" cy="774571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450"/>
              </a:spcAft>
              <a:buNone/>
              <a:defRPr sz="1200"/>
            </a:lvl1pPr>
            <a:lvl2pPr marL="214313" indent="0">
              <a:lnSpc>
                <a:spcPct val="100000"/>
              </a:lnSpc>
              <a:spcAft>
                <a:spcPts val="450"/>
              </a:spcAft>
              <a:buNone/>
              <a:defRPr sz="1200"/>
            </a:lvl2pPr>
            <a:lvl3pPr marL="471488" indent="0">
              <a:lnSpc>
                <a:spcPct val="100000"/>
              </a:lnSpc>
              <a:spcAft>
                <a:spcPts val="450"/>
              </a:spcAft>
              <a:buNone/>
              <a:defRPr sz="1200"/>
            </a:lvl3pPr>
            <a:lvl4pPr marL="644129" indent="0">
              <a:buNone/>
              <a:defRPr sz="900"/>
            </a:lvl4pPr>
            <a:lvl5pPr marL="772716" indent="0">
              <a:buNone/>
              <a:defRPr sz="9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B7A6272-EB3F-49FE-8293-213DA74B26E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54879" y="2375831"/>
            <a:ext cx="1783080" cy="279307"/>
          </a:xfrm>
        </p:spPr>
        <p:txBody>
          <a:bodyPr anchor="t"/>
          <a:lstStyle>
            <a:lvl1pPr marL="0" indent="0">
              <a:buNone/>
              <a:defRPr sz="135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A4C7D216-B044-4089-8FA7-0E2598881E8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54880" y="2619496"/>
            <a:ext cx="1783080" cy="774571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450"/>
              </a:spcAft>
              <a:buNone/>
              <a:defRPr sz="1200"/>
            </a:lvl1pPr>
            <a:lvl2pPr marL="214313" indent="0">
              <a:lnSpc>
                <a:spcPct val="100000"/>
              </a:lnSpc>
              <a:spcAft>
                <a:spcPts val="450"/>
              </a:spcAft>
              <a:buNone/>
              <a:defRPr sz="1200"/>
            </a:lvl2pPr>
            <a:lvl3pPr marL="471488" indent="0">
              <a:lnSpc>
                <a:spcPct val="100000"/>
              </a:lnSpc>
              <a:spcAft>
                <a:spcPts val="450"/>
              </a:spcAft>
              <a:buNone/>
              <a:defRPr sz="1200"/>
            </a:lvl3pPr>
            <a:lvl4pPr marL="644129" indent="0">
              <a:buNone/>
              <a:defRPr sz="900"/>
            </a:lvl4pPr>
            <a:lvl5pPr marL="772716" indent="0">
              <a:buNone/>
              <a:defRPr sz="9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A70CBA4-9A7C-4AA6-80BD-DA7E39D565C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03720" y="2375831"/>
            <a:ext cx="1783080" cy="279307"/>
          </a:xfrm>
        </p:spPr>
        <p:txBody>
          <a:bodyPr anchor="t"/>
          <a:lstStyle>
            <a:lvl1pPr marL="0" indent="0">
              <a:buNone/>
              <a:defRPr sz="135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188FFD55-A15C-40BB-919A-289EBCA6F22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903720" y="2619496"/>
            <a:ext cx="1783080" cy="774571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450"/>
              </a:spcAft>
              <a:buNone/>
              <a:defRPr sz="1200"/>
            </a:lvl1pPr>
            <a:lvl2pPr marL="214313" indent="0">
              <a:lnSpc>
                <a:spcPct val="100000"/>
              </a:lnSpc>
              <a:spcAft>
                <a:spcPts val="450"/>
              </a:spcAft>
              <a:buNone/>
              <a:defRPr sz="1200"/>
            </a:lvl2pPr>
            <a:lvl3pPr marL="471488" indent="0">
              <a:lnSpc>
                <a:spcPct val="100000"/>
              </a:lnSpc>
              <a:spcAft>
                <a:spcPts val="450"/>
              </a:spcAft>
              <a:buNone/>
              <a:defRPr sz="1200"/>
            </a:lvl3pPr>
            <a:lvl4pPr marL="644129" indent="0">
              <a:buNone/>
              <a:defRPr sz="900"/>
            </a:lvl4pPr>
            <a:lvl5pPr marL="772716" indent="0">
              <a:buNone/>
              <a:defRPr sz="9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DEB3A35-9813-4635-AE9D-3B9F6CA5316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628650" y="5214938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685800" rtl="0" eaLnBrk="1" latinLnBrk="0" hangingPunct="1">
              <a:defRPr sz="675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B1EF3D5-2436-9240-B6D0-2048A71FFF33}" type="datetime1">
              <a:rPr lang="en-US" smtClean="0"/>
              <a:pPr/>
              <a:t>1/16/2026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2617FC00-CD62-4B48-80A6-4E68401E96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028950" y="5214938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685800" rtl="0" eaLnBrk="1" latinLnBrk="0" hangingPunct="1">
              <a:defRPr sz="675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1F0D3C1B-0D24-4BCA-810C-31D050008A6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2" name="Content Placeholder 16">
            <a:extLst>
              <a:ext uri="{FF2B5EF4-FFF2-40B4-BE49-F238E27FC236}">
                <a16:creationId xmlns:a16="http://schemas.microsoft.com/office/drawing/2014/main" id="{A94A2542-4EB3-C9D2-DD91-8A1ECCB4441D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962788" y="1603873"/>
            <a:ext cx="766790" cy="466281"/>
          </a:xfrm>
        </p:spPr>
        <p:txBody>
          <a:bodyPr/>
          <a:lstStyle>
            <a:lvl1pPr marL="0" indent="0">
              <a:buNone/>
              <a:defRPr sz="900"/>
            </a:lvl1pPr>
            <a:lvl2pPr marL="214313" indent="0">
              <a:buNone/>
              <a:defRPr/>
            </a:lvl2pPr>
            <a:lvl3pPr marL="471488" indent="0">
              <a:buNone/>
              <a:defRPr/>
            </a:lvl3pPr>
            <a:lvl4pPr marL="644129" indent="0">
              <a:buNone/>
              <a:defRPr/>
            </a:lvl4pPr>
            <a:lvl5pPr marL="772716" indent="0">
              <a:buNone/>
              <a:defRPr/>
            </a:lvl5pPr>
          </a:lstStyle>
          <a:p>
            <a:pPr lvl="0"/>
            <a:r>
              <a:rPr lang="en-US" dirty="0"/>
              <a:t>Click photo icon to add icon</a:t>
            </a:r>
          </a:p>
        </p:txBody>
      </p:sp>
      <p:sp>
        <p:nvSpPr>
          <p:cNvPr id="23" name="Content Placeholder 16">
            <a:extLst>
              <a:ext uri="{FF2B5EF4-FFF2-40B4-BE49-F238E27FC236}">
                <a16:creationId xmlns:a16="http://schemas.microsoft.com/office/drawing/2014/main" id="{AB8088A4-DA27-4494-908E-A8EC9D675E49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3111631" y="1603873"/>
            <a:ext cx="766790" cy="466281"/>
          </a:xfrm>
        </p:spPr>
        <p:txBody>
          <a:bodyPr/>
          <a:lstStyle>
            <a:lvl1pPr marL="0" indent="0">
              <a:buNone/>
              <a:defRPr sz="900"/>
            </a:lvl1pPr>
            <a:lvl2pPr marL="214313" indent="0">
              <a:buNone/>
              <a:defRPr/>
            </a:lvl2pPr>
            <a:lvl3pPr marL="471488" indent="0">
              <a:buNone/>
              <a:defRPr/>
            </a:lvl3pPr>
            <a:lvl4pPr marL="644129" indent="0">
              <a:buNone/>
              <a:defRPr/>
            </a:lvl4pPr>
            <a:lvl5pPr marL="772716" indent="0">
              <a:buNone/>
              <a:defRPr/>
            </a:lvl5pPr>
          </a:lstStyle>
          <a:p>
            <a:pPr lvl="0"/>
            <a:r>
              <a:rPr lang="en-US" dirty="0"/>
              <a:t>Click photo icon to add icon</a:t>
            </a:r>
          </a:p>
        </p:txBody>
      </p:sp>
      <p:sp>
        <p:nvSpPr>
          <p:cNvPr id="24" name="Content Placeholder 16">
            <a:extLst>
              <a:ext uri="{FF2B5EF4-FFF2-40B4-BE49-F238E27FC236}">
                <a16:creationId xmlns:a16="http://schemas.microsoft.com/office/drawing/2014/main" id="{3D3AB58B-43AC-15CE-2ACB-07C3D1892798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5263024" y="1603872"/>
            <a:ext cx="766790" cy="466281"/>
          </a:xfrm>
        </p:spPr>
        <p:txBody>
          <a:bodyPr/>
          <a:lstStyle>
            <a:lvl1pPr marL="0" indent="0">
              <a:buNone/>
              <a:defRPr sz="900"/>
            </a:lvl1pPr>
            <a:lvl2pPr marL="214313" indent="0">
              <a:buNone/>
              <a:defRPr/>
            </a:lvl2pPr>
            <a:lvl3pPr marL="471488" indent="0">
              <a:buNone/>
              <a:defRPr/>
            </a:lvl3pPr>
            <a:lvl4pPr marL="644129" indent="0">
              <a:buNone/>
              <a:defRPr/>
            </a:lvl4pPr>
            <a:lvl5pPr marL="772716" indent="0">
              <a:buNone/>
              <a:defRPr/>
            </a:lvl5pPr>
          </a:lstStyle>
          <a:p>
            <a:pPr lvl="0"/>
            <a:r>
              <a:rPr lang="en-US" dirty="0"/>
              <a:t>Click photo icon to add icon</a:t>
            </a:r>
          </a:p>
        </p:txBody>
      </p:sp>
      <p:sp>
        <p:nvSpPr>
          <p:cNvPr id="25" name="Content Placeholder 16">
            <a:extLst>
              <a:ext uri="{FF2B5EF4-FFF2-40B4-BE49-F238E27FC236}">
                <a16:creationId xmlns:a16="http://schemas.microsoft.com/office/drawing/2014/main" id="{A0365432-E0C8-C839-7699-1AF05B54ED43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7414422" y="1603872"/>
            <a:ext cx="766790" cy="466281"/>
          </a:xfrm>
        </p:spPr>
        <p:txBody>
          <a:bodyPr/>
          <a:lstStyle>
            <a:lvl1pPr marL="0" indent="0">
              <a:buNone/>
              <a:defRPr sz="900"/>
            </a:lvl1pPr>
            <a:lvl2pPr marL="214313" indent="0">
              <a:buNone/>
              <a:defRPr/>
            </a:lvl2pPr>
            <a:lvl3pPr marL="471488" indent="0">
              <a:buNone/>
              <a:defRPr/>
            </a:lvl3pPr>
            <a:lvl4pPr marL="644129" indent="0">
              <a:buNone/>
              <a:defRPr/>
            </a:lvl4pPr>
            <a:lvl5pPr marL="772716" indent="0">
              <a:buNone/>
              <a:defRPr/>
            </a:lvl5pPr>
          </a:lstStyle>
          <a:p>
            <a:pPr lvl="0"/>
            <a:r>
              <a:rPr lang="en-US" dirty="0"/>
              <a:t>Click photo icon to add icon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7BD3E87C-A52F-56A7-1903-03CF75663DF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7200" y="1068545"/>
            <a:ext cx="8229600" cy="30008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225"/>
              </a:spcAft>
              <a:buNone/>
              <a:defRPr sz="1350" b="0" i="0" cap="none" spc="0" baseline="0"/>
            </a:lvl1pPr>
          </a:lstStyle>
          <a:p>
            <a:pPr lvl="0"/>
            <a:r>
              <a:rPr lang="en-US" dirty="0"/>
              <a:t>Enter subtitle</a:t>
            </a:r>
          </a:p>
        </p:txBody>
      </p:sp>
    </p:spTree>
    <p:extLst>
      <p:ext uri="{BB962C8B-B14F-4D97-AF65-F5344CB8AC3E}">
        <p14:creationId xmlns:p14="http://schemas.microsoft.com/office/powerpoint/2010/main" val="32395358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44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-column layout with icons (no titl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BED614-1324-4FC8-94DC-2BB58446A18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57199" y="2619496"/>
            <a:ext cx="1783080" cy="774571"/>
          </a:xfrm>
        </p:spPr>
        <p:txBody>
          <a:bodyPr/>
          <a:lstStyle>
            <a:lvl1pPr marL="0" indent="0" algn="ctr">
              <a:lnSpc>
                <a:spcPct val="100000"/>
              </a:lnSpc>
              <a:spcAft>
                <a:spcPts val="450"/>
              </a:spcAft>
              <a:buNone/>
              <a:defRPr sz="1200"/>
            </a:lvl1pPr>
            <a:lvl2pPr marL="214313" indent="0" algn="ctr">
              <a:lnSpc>
                <a:spcPct val="100000"/>
              </a:lnSpc>
              <a:spcAft>
                <a:spcPts val="450"/>
              </a:spcAft>
              <a:buNone/>
              <a:defRPr sz="1200"/>
            </a:lvl2pPr>
            <a:lvl3pPr marL="471488" indent="0" algn="ctr">
              <a:lnSpc>
                <a:spcPct val="100000"/>
              </a:lnSpc>
              <a:spcAft>
                <a:spcPts val="450"/>
              </a:spcAft>
              <a:buNone/>
              <a:defRPr sz="1200"/>
            </a:lvl3pPr>
            <a:lvl4pPr marL="644129" indent="0">
              <a:buNone/>
              <a:defRPr sz="900"/>
            </a:lvl4pPr>
            <a:lvl5pPr marL="772716" indent="0">
              <a:buNone/>
              <a:defRPr sz="9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49DC76-96C3-408F-9627-4D642BE1BDD7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2606039" y="2619496"/>
            <a:ext cx="1783080" cy="774571"/>
          </a:xfrm>
        </p:spPr>
        <p:txBody>
          <a:bodyPr/>
          <a:lstStyle>
            <a:lvl1pPr marL="0" indent="0" algn="ctr">
              <a:lnSpc>
                <a:spcPct val="100000"/>
              </a:lnSpc>
              <a:spcAft>
                <a:spcPts val="450"/>
              </a:spcAft>
              <a:buNone/>
              <a:defRPr sz="1200"/>
            </a:lvl1pPr>
            <a:lvl2pPr marL="214313" indent="0" algn="ctr">
              <a:lnSpc>
                <a:spcPct val="100000"/>
              </a:lnSpc>
              <a:spcAft>
                <a:spcPts val="450"/>
              </a:spcAft>
              <a:buNone/>
              <a:defRPr sz="1200"/>
            </a:lvl2pPr>
            <a:lvl3pPr marL="471488" indent="0" algn="ctr">
              <a:lnSpc>
                <a:spcPct val="100000"/>
              </a:lnSpc>
              <a:spcAft>
                <a:spcPts val="450"/>
              </a:spcAft>
              <a:buNone/>
              <a:defRPr sz="1200"/>
            </a:lvl3pPr>
            <a:lvl4pPr marL="644129" indent="0">
              <a:buNone/>
              <a:defRPr sz="900"/>
            </a:lvl4pPr>
            <a:lvl5pPr marL="772716" indent="0">
              <a:buNone/>
              <a:defRPr sz="9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A4C7D216-B044-4089-8FA7-0E2598881E8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54880" y="2619496"/>
            <a:ext cx="1783080" cy="774571"/>
          </a:xfrm>
        </p:spPr>
        <p:txBody>
          <a:bodyPr/>
          <a:lstStyle>
            <a:lvl1pPr marL="0" indent="0" algn="ctr">
              <a:lnSpc>
                <a:spcPct val="100000"/>
              </a:lnSpc>
              <a:spcAft>
                <a:spcPts val="450"/>
              </a:spcAft>
              <a:buNone/>
              <a:defRPr sz="1200"/>
            </a:lvl1pPr>
            <a:lvl2pPr marL="214313" indent="0" algn="ctr">
              <a:lnSpc>
                <a:spcPct val="100000"/>
              </a:lnSpc>
              <a:spcAft>
                <a:spcPts val="450"/>
              </a:spcAft>
              <a:buNone/>
              <a:defRPr sz="1200"/>
            </a:lvl2pPr>
            <a:lvl3pPr marL="471488" indent="0" algn="ctr">
              <a:lnSpc>
                <a:spcPct val="100000"/>
              </a:lnSpc>
              <a:spcAft>
                <a:spcPts val="450"/>
              </a:spcAft>
              <a:buNone/>
              <a:defRPr sz="1200"/>
            </a:lvl3pPr>
            <a:lvl4pPr marL="644129" indent="0">
              <a:buNone/>
              <a:defRPr sz="900"/>
            </a:lvl4pPr>
            <a:lvl5pPr marL="772716" indent="0">
              <a:buNone/>
              <a:defRPr sz="9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188FFD55-A15C-40BB-919A-289EBCA6F22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903720" y="2619496"/>
            <a:ext cx="1783080" cy="774571"/>
          </a:xfrm>
        </p:spPr>
        <p:txBody>
          <a:bodyPr/>
          <a:lstStyle>
            <a:lvl1pPr marL="0" indent="0" algn="ctr">
              <a:lnSpc>
                <a:spcPct val="100000"/>
              </a:lnSpc>
              <a:spcAft>
                <a:spcPts val="450"/>
              </a:spcAft>
              <a:buNone/>
              <a:defRPr sz="1200"/>
            </a:lvl1pPr>
            <a:lvl2pPr marL="214313" indent="0" algn="ctr">
              <a:lnSpc>
                <a:spcPct val="100000"/>
              </a:lnSpc>
              <a:spcAft>
                <a:spcPts val="450"/>
              </a:spcAft>
              <a:buNone/>
              <a:defRPr sz="1200"/>
            </a:lvl2pPr>
            <a:lvl3pPr marL="471488" indent="0" algn="ctr">
              <a:lnSpc>
                <a:spcPct val="100000"/>
              </a:lnSpc>
              <a:spcAft>
                <a:spcPts val="450"/>
              </a:spcAft>
              <a:buNone/>
              <a:defRPr sz="1200"/>
            </a:lvl3pPr>
            <a:lvl4pPr marL="644129" indent="0">
              <a:buNone/>
              <a:defRPr sz="900"/>
            </a:lvl4pPr>
            <a:lvl5pPr marL="772716" indent="0">
              <a:buNone/>
              <a:defRPr sz="9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AD5D51-461F-4BF3-B83C-3319F4FEFF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676641"/>
            <a:ext cx="8229600" cy="42473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Four-column layout with icons and subtitle (no titles)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DEB3A35-9813-4635-AE9D-3B9F6CA5316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628650" y="5214938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685800" rtl="0" eaLnBrk="1" latinLnBrk="0" hangingPunct="1">
              <a:defRPr sz="675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B1EF3D5-2436-9240-B6D0-2048A71FFF33}" type="datetime1">
              <a:rPr lang="en-US" smtClean="0"/>
              <a:pPr/>
              <a:t>1/16/2026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2617FC00-CD62-4B48-80A6-4E68401E96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028950" y="5214938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685800" rtl="0" eaLnBrk="1" latinLnBrk="0" hangingPunct="1">
              <a:defRPr sz="675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1F0D3C1B-0D24-4BCA-810C-31D050008A6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834CDD4-D76F-4459-B025-0310E913C2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2" name="Content Placeholder 16">
            <a:extLst>
              <a:ext uri="{FF2B5EF4-FFF2-40B4-BE49-F238E27FC236}">
                <a16:creationId xmlns:a16="http://schemas.microsoft.com/office/drawing/2014/main" id="{A94A2542-4EB3-C9D2-DD91-8A1ECCB4441D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962788" y="1849453"/>
            <a:ext cx="766790" cy="466281"/>
          </a:xfrm>
        </p:spPr>
        <p:txBody>
          <a:bodyPr/>
          <a:lstStyle>
            <a:lvl1pPr marL="0" indent="0">
              <a:buNone/>
              <a:defRPr sz="900"/>
            </a:lvl1pPr>
            <a:lvl2pPr marL="214313" indent="0">
              <a:buNone/>
              <a:defRPr/>
            </a:lvl2pPr>
            <a:lvl3pPr marL="471488" indent="0">
              <a:buNone/>
              <a:defRPr/>
            </a:lvl3pPr>
            <a:lvl4pPr marL="644129" indent="0">
              <a:buNone/>
              <a:defRPr/>
            </a:lvl4pPr>
            <a:lvl5pPr marL="772716" indent="0">
              <a:buNone/>
              <a:defRPr/>
            </a:lvl5pPr>
          </a:lstStyle>
          <a:p>
            <a:pPr lvl="0"/>
            <a:r>
              <a:rPr lang="en-US" dirty="0"/>
              <a:t>Click photo icon to add icon</a:t>
            </a:r>
          </a:p>
        </p:txBody>
      </p:sp>
      <p:sp>
        <p:nvSpPr>
          <p:cNvPr id="23" name="Content Placeholder 16">
            <a:extLst>
              <a:ext uri="{FF2B5EF4-FFF2-40B4-BE49-F238E27FC236}">
                <a16:creationId xmlns:a16="http://schemas.microsoft.com/office/drawing/2014/main" id="{AB8088A4-DA27-4494-908E-A8EC9D675E49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3111631" y="1849453"/>
            <a:ext cx="766790" cy="466281"/>
          </a:xfrm>
        </p:spPr>
        <p:txBody>
          <a:bodyPr/>
          <a:lstStyle>
            <a:lvl1pPr marL="0" indent="0">
              <a:buNone/>
              <a:defRPr sz="900"/>
            </a:lvl1pPr>
            <a:lvl2pPr marL="214313" indent="0">
              <a:buNone/>
              <a:defRPr/>
            </a:lvl2pPr>
            <a:lvl3pPr marL="471488" indent="0">
              <a:buNone/>
              <a:defRPr/>
            </a:lvl3pPr>
            <a:lvl4pPr marL="644129" indent="0">
              <a:buNone/>
              <a:defRPr/>
            </a:lvl4pPr>
            <a:lvl5pPr marL="772716" indent="0">
              <a:buNone/>
              <a:defRPr/>
            </a:lvl5pPr>
          </a:lstStyle>
          <a:p>
            <a:pPr lvl="0"/>
            <a:r>
              <a:rPr lang="en-US" dirty="0"/>
              <a:t>Click photo icon to add icon</a:t>
            </a:r>
          </a:p>
        </p:txBody>
      </p:sp>
      <p:sp>
        <p:nvSpPr>
          <p:cNvPr id="24" name="Content Placeholder 16">
            <a:extLst>
              <a:ext uri="{FF2B5EF4-FFF2-40B4-BE49-F238E27FC236}">
                <a16:creationId xmlns:a16="http://schemas.microsoft.com/office/drawing/2014/main" id="{3D3AB58B-43AC-15CE-2ACB-07C3D1892798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5263024" y="1849452"/>
            <a:ext cx="766790" cy="466281"/>
          </a:xfrm>
        </p:spPr>
        <p:txBody>
          <a:bodyPr/>
          <a:lstStyle>
            <a:lvl1pPr marL="0" indent="0">
              <a:buNone/>
              <a:defRPr sz="900"/>
            </a:lvl1pPr>
            <a:lvl2pPr marL="214313" indent="0">
              <a:buNone/>
              <a:defRPr/>
            </a:lvl2pPr>
            <a:lvl3pPr marL="471488" indent="0">
              <a:buNone/>
              <a:defRPr/>
            </a:lvl3pPr>
            <a:lvl4pPr marL="644129" indent="0">
              <a:buNone/>
              <a:defRPr/>
            </a:lvl4pPr>
            <a:lvl5pPr marL="772716" indent="0">
              <a:buNone/>
              <a:defRPr/>
            </a:lvl5pPr>
          </a:lstStyle>
          <a:p>
            <a:pPr lvl="0"/>
            <a:r>
              <a:rPr lang="en-US" dirty="0"/>
              <a:t>Click photo icon to add icon</a:t>
            </a:r>
          </a:p>
        </p:txBody>
      </p:sp>
      <p:sp>
        <p:nvSpPr>
          <p:cNvPr id="25" name="Content Placeholder 16">
            <a:extLst>
              <a:ext uri="{FF2B5EF4-FFF2-40B4-BE49-F238E27FC236}">
                <a16:creationId xmlns:a16="http://schemas.microsoft.com/office/drawing/2014/main" id="{A0365432-E0C8-C839-7699-1AF05B54ED43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7414422" y="1849452"/>
            <a:ext cx="766790" cy="466281"/>
          </a:xfrm>
        </p:spPr>
        <p:txBody>
          <a:bodyPr/>
          <a:lstStyle>
            <a:lvl1pPr marL="0" indent="0">
              <a:buNone/>
              <a:defRPr sz="900"/>
            </a:lvl1pPr>
            <a:lvl2pPr marL="214313" indent="0">
              <a:buNone/>
              <a:defRPr/>
            </a:lvl2pPr>
            <a:lvl3pPr marL="471488" indent="0">
              <a:buNone/>
              <a:defRPr/>
            </a:lvl3pPr>
            <a:lvl4pPr marL="644129" indent="0">
              <a:buNone/>
              <a:defRPr/>
            </a:lvl4pPr>
            <a:lvl5pPr marL="772716" indent="0">
              <a:buNone/>
              <a:defRPr/>
            </a:lvl5pPr>
          </a:lstStyle>
          <a:p>
            <a:pPr lvl="0"/>
            <a:r>
              <a:rPr lang="en-US" dirty="0"/>
              <a:t>Click photo icon to add icon</a:t>
            </a:r>
          </a:p>
        </p:txBody>
      </p:sp>
    </p:spTree>
    <p:extLst>
      <p:ext uri="{BB962C8B-B14F-4D97-AF65-F5344CB8AC3E}">
        <p14:creationId xmlns:p14="http://schemas.microsoft.com/office/powerpoint/2010/main" val="3611775021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1344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-column layout with icons and subtitle (no titl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BED614-1324-4FC8-94DC-2BB58446A18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57199" y="2619496"/>
            <a:ext cx="1783080" cy="774571"/>
          </a:xfrm>
        </p:spPr>
        <p:txBody>
          <a:bodyPr/>
          <a:lstStyle>
            <a:lvl1pPr marL="0" indent="0" algn="ctr">
              <a:lnSpc>
                <a:spcPct val="100000"/>
              </a:lnSpc>
              <a:spcAft>
                <a:spcPts val="450"/>
              </a:spcAft>
              <a:buNone/>
              <a:defRPr sz="1200"/>
            </a:lvl1pPr>
            <a:lvl2pPr marL="214313" indent="0" algn="ctr">
              <a:lnSpc>
                <a:spcPct val="100000"/>
              </a:lnSpc>
              <a:spcAft>
                <a:spcPts val="450"/>
              </a:spcAft>
              <a:buNone/>
              <a:defRPr sz="1200"/>
            </a:lvl2pPr>
            <a:lvl3pPr marL="471488" indent="0" algn="ctr">
              <a:lnSpc>
                <a:spcPct val="100000"/>
              </a:lnSpc>
              <a:spcAft>
                <a:spcPts val="450"/>
              </a:spcAft>
              <a:buNone/>
              <a:defRPr sz="1200"/>
            </a:lvl3pPr>
            <a:lvl4pPr marL="644129" indent="0">
              <a:buNone/>
              <a:defRPr sz="900"/>
            </a:lvl4pPr>
            <a:lvl5pPr marL="772716" indent="0">
              <a:buNone/>
              <a:defRPr sz="9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49DC76-96C3-408F-9627-4D642BE1BDD7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2606039" y="2619496"/>
            <a:ext cx="1783080" cy="774571"/>
          </a:xfrm>
        </p:spPr>
        <p:txBody>
          <a:bodyPr/>
          <a:lstStyle>
            <a:lvl1pPr marL="0" indent="0" algn="ctr">
              <a:lnSpc>
                <a:spcPct val="100000"/>
              </a:lnSpc>
              <a:spcAft>
                <a:spcPts val="450"/>
              </a:spcAft>
              <a:buNone/>
              <a:defRPr sz="1200"/>
            </a:lvl1pPr>
            <a:lvl2pPr marL="214313" indent="0" algn="ctr">
              <a:lnSpc>
                <a:spcPct val="100000"/>
              </a:lnSpc>
              <a:spcAft>
                <a:spcPts val="450"/>
              </a:spcAft>
              <a:buNone/>
              <a:defRPr sz="1200"/>
            </a:lvl2pPr>
            <a:lvl3pPr marL="471488" indent="0" algn="ctr">
              <a:lnSpc>
                <a:spcPct val="100000"/>
              </a:lnSpc>
              <a:spcAft>
                <a:spcPts val="450"/>
              </a:spcAft>
              <a:buNone/>
              <a:defRPr sz="1200"/>
            </a:lvl3pPr>
            <a:lvl4pPr marL="644129" indent="0">
              <a:buNone/>
              <a:defRPr sz="900"/>
            </a:lvl4pPr>
            <a:lvl5pPr marL="772716" indent="0">
              <a:buNone/>
              <a:defRPr sz="9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A4C7D216-B044-4089-8FA7-0E2598881E8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54880" y="2619496"/>
            <a:ext cx="1783080" cy="774571"/>
          </a:xfrm>
        </p:spPr>
        <p:txBody>
          <a:bodyPr/>
          <a:lstStyle>
            <a:lvl1pPr marL="0" indent="0" algn="ctr">
              <a:lnSpc>
                <a:spcPct val="100000"/>
              </a:lnSpc>
              <a:spcAft>
                <a:spcPts val="450"/>
              </a:spcAft>
              <a:buNone/>
              <a:defRPr sz="1200"/>
            </a:lvl1pPr>
            <a:lvl2pPr marL="214313" indent="0" algn="ctr">
              <a:lnSpc>
                <a:spcPct val="100000"/>
              </a:lnSpc>
              <a:spcAft>
                <a:spcPts val="450"/>
              </a:spcAft>
              <a:buNone/>
              <a:defRPr sz="1200"/>
            </a:lvl2pPr>
            <a:lvl3pPr marL="471488" indent="0" algn="ctr">
              <a:lnSpc>
                <a:spcPct val="100000"/>
              </a:lnSpc>
              <a:spcAft>
                <a:spcPts val="450"/>
              </a:spcAft>
              <a:buNone/>
              <a:defRPr sz="1200"/>
            </a:lvl3pPr>
            <a:lvl4pPr marL="644129" indent="0">
              <a:buNone/>
              <a:defRPr sz="900"/>
            </a:lvl4pPr>
            <a:lvl5pPr marL="772716" indent="0">
              <a:buNone/>
              <a:defRPr sz="9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188FFD55-A15C-40BB-919A-289EBCA6F22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903720" y="2619496"/>
            <a:ext cx="1783080" cy="774571"/>
          </a:xfrm>
        </p:spPr>
        <p:txBody>
          <a:bodyPr/>
          <a:lstStyle>
            <a:lvl1pPr marL="0" indent="0" algn="ctr">
              <a:lnSpc>
                <a:spcPct val="100000"/>
              </a:lnSpc>
              <a:spcAft>
                <a:spcPts val="450"/>
              </a:spcAft>
              <a:buNone/>
              <a:defRPr sz="1200"/>
            </a:lvl1pPr>
            <a:lvl2pPr marL="214313" indent="0" algn="ctr">
              <a:lnSpc>
                <a:spcPct val="100000"/>
              </a:lnSpc>
              <a:spcAft>
                <a:spcPts val="450"/>
              </a:spcAft>
              <a:buNone/>
              <a:defRPr sz="1200"/>
            </a:lvl2pPr>
            <a:lvl3pPr marL="471488" indent="0" algn="ctr">
              <a:lnSpc>
                <a:spcPct val="100000"/>
              </a:lnSpc>
              <a:spcAft>
                <a:spcPts val="450"/>
              </a:spcAft>
              <a:buNone/>
              <a:defRPr sz="1200"/>
            </a:lvl3pPr>
            <a:lvl4pPr marL="644129" indent="0">
              <a:buNone/>
              <a:defRPr sz="900"/>
            </a:lvl4pPr>
            <a:lvl5pPr marL="772716" indent="0">
              <a:buNone/>
              <a:defRPr sz="9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AD5D51-461F-4BF3-B83C-3319F4FEFF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676641"/>
            <a:ext cx="8229600" cy="42473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Four-column layout with icons and subtitle (no titles)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DEB3A35-9813-4635-AE9D-3B9F6CA5316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628650" y="5214938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685800" rtl="0" eaLnBrk="1" latinLnBrk="0" hangingPunct="1">
              <a:defRPr sz="675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B1EF3D5-2436-9240-B6D0-2048A71FFF33}" type="datetime1">
              <a:rPr lang="en-US" smtClean="0"/>
              <a:pPr/>
              <a:t>1/16/2026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2617FC00-CD62-4B48-80A6-4E68401E96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028950" y="5214938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685800" rtl="0" eaLnBrk="1" latinLnBrk="0" hangingPunct="1">
              <a:defRPr sz="675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1F0D3C1B-0D24-4BCA-810C-31D050008A6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834CDD4-D76F-4459-B025-0310E913C2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2" name="Content Placeholder 16">
            <a:extLst>
              <a:ext uri="{FF2B5EF4-FFF2-40B4-BE49-F238E27FC236}">
                <a16:creationId xmlns:a16="http://schemas.microsoft.com/office/drawing/2014/main" id="{A94A2542-4EB3-C9D2-DD91-8A1ECCB4441D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962788" y="1849453"/>
            <a:ext cx="766790" cy="466281"/>
          </a:xfrm>
        </p:spPr>
        <p:txBody>
          <a:bodyPr/>
          <a:lstStyle>
            <a:lvl1pPr marL="0" indent="0">
              <a:buNone/>
              <a:defRPr sz="900"/>
            </a:lvl1pPr>
            <a:lvl2pPr marL="214313" indent="0">
              <a:buNone/>
              <a:defRPr/>
            </a:lvl2pPr>
            <a:lvl3pPr marL="471488" indent="0">
              <a:buNone/>
              <a:defRPr/>
            </a:lvl3pPr>
            <a:lvl4pPr marL="644129" indent="0">
              <a:buNone/>
              <a:defRPr/>
            </a:lvl4pPr>
            <a:lvl5pPr marL="772716" indent="0">
              <a:buNone/>
              <a:defRPr/>
            </a:lvl5pPr>
          </a:lstStyle>
          <a:p>
            <a:pPr lvl="0"/>
            <a:r>
              <a:rPr lang="en-US" dirty="0"/>
              <a:t>Click photo icon to add icon</a:t>
            </a:r>
          </a:p>
        </p:txBody>
      </p:sp>
      <p:sp>
        <p:nvSpPr>
          <p:cNvPr id="23" name="Content Placeholder 16">
            <a:extLst>
              <a:ext uri="{FF2B5EF4-FFF2-40B4-BE49-F238E27FC236}">
                <a16:creationId xmlns:a16="http://schemas.microsoft.com/office/drawing/2014/main" id="{AB8088A4-DA27-4494-908E-A8EC9D675E49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3111631" y="1849453"/>
            <a:ext cx="766790" cy="466281"/>
          </a:xfrm>
        </p:spPr>
        <p:txBody>
          <a:bodyPr/>
          <a:lstStyle>
            <a:lvl1pPr marL="0" indent="0">
              <a:buNone/>
              <a:defRPr sz="900"/>
            </a:lvl1pPr>
            <a:lvl2pPr marL="214313" indent="0">
              <a:buNone/>
              <a:defRPr/>
            </a:lvl2pPr>
            <a:lvl3pPr marL="471488" indent="0">
              <a:buNone/>
              <a:defRPr/>
            </a:lvl3pPr>
            <a:lvl4pPr marL="644129" indent="0">
              <a:buNone/>
              <a:defRPr/>
            </a:lvl4pPr>
            <a:lvl5pPr marL="772716" indent="0">
              <a:buNone/>
              <a:defRPr/>
            </a:lvl5pPr>
          </a:lstStyle>
          <a:p>
            <a:pPr lvl="0"/>
            <a:r>
              <a:rPr lang="en-US" dirty="0"/>
              <a:t>Click photo icon to add icon</a:t>
            </a:r>
          </a:p>
        </p:txBody>
      </p:sp>
      <p:sp>
        <p:nvSpPr>
          <p:cNvPr id="24" name="Content Placeholder 16">
            <a:extLst>
              <a:ext uri="{FF2B5EF4-FFF2-40B4-BE49-F238E27FC236}">
                <a16:creationId xmlns:a16="http://schemas.microsoft.com/office/drawing/2014/main" id="{3D3AB58B-43AC-15CE-2ACB-07C3D1892798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5263024" y="1849452"/>
            <a:ext cx="766790" cy="466281"/>
          </a:xfrm>
        </p:spPr>
        <p:txBody>
          <a:bodyPr/>
          <a:lstStyle>
            <a:lvl1pPr marL="0" indent="0">
              <a:buNone/>
              <a:defRPr sz="900"/>
            </a:lvl1pPr>
            <a:lvl2pPr marL="214313" indent="0">
              <a:buNone/>
              <a:defRPr/>
            </a:lvl2pPr>
            <a:lvl3pPr marL="471488" indent="0">
              <a:buNone/>
              <a:defRPr/>
            </a:lvl3pPr>
            <a:lvl4pPr marL="644129" indent="0">
              <a:buNone/>
              <a:defRPr/>
            </a:lvl4pPr>
            <a:lvl5pPr marL="772716" indent="0">
              <a:buNone/>
              <a:defRPr/>
            </a:lvl5pPr>
          </a:lstStyle>
          <a:p>
            <a:pPr lvl="0"/>
            <a:r>
              <a:rPr lang="en-US" dirty="0"/>
              <a:t>Click photo icon to add icon</a:t>
            </a:r>
          </a:p>
        </p:txBody>
      </p:sp>
      <p:sp>
        <p:nvSpPr>
          <p:cNvPr id="25" name="Content Placeholder 16">
            <a:extLst>
              <a:ext uri="{FF2B5EF4-FFF2-40B4-BE49-F238E27FC236}">
                <a16:creationId xmlns:a16="http://schemas.microsoft.com/office/drawing/2014/main" id="{A0365432-E0C8-C839-7699-1AF05B54ED43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7414422" y="1849452"/>
            <a:ext cx="766790" cy="466281"/>
          </a:xfrm>
        </p:spPr>
        <p:txBody>
          <a:bodyPr/>
          <a:lstStyle>
            <a:lvl1pPr marL="0" indent="0">
              <a:buNone/>
              <a:defRPr sz="900"/>
            </a:lvl1pPr>
            <a:lvl2pPr marL="214313" indent="0">
              <a:buNone/>
              <a:defRPr/>
            </a:lvl2pPr>
            <a:lvl3pPr marL="471488" indent="0">
              <a:buNone/>
              <a:defRPr/>
            </a:lvl3pPr>
            <a:lvl4pPr marL="644129" indent="0">
              <a:buNone/>
              <a:defRPr/>
            </a:lvl4pPr>
            <a:lvl5pPr marL="772716" indent="0">
              <a:buNone/>
              <a:defRPr/>
            </a:lvl5pPr>
          </a:lstStyle>
          <a:p>
            <a:pPr lvl="0"/>
            <a:r>
              <a:rPr lang="en-US" dirty="0"/>
              <a:t>Click photo icon to add icon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746955-195F-3357-5806-8D73E35F659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1068545"/>
            <a:ext cx="8229600" cy="30008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225"/>
              </a:spcAft>
              <a:buNone/>
              <a:defRPr sz="1350" b="0" i="0" cap="none" spc="0" baseline="0"/>
            </a:lvl1pPr>
          </a:lstStyle>
          <a:p>
            <a:pPr lvl="0"/>
            <a:r>
              <a:rPr lang="en-US" dirty="0"/>
              <a:t>Enter subtitle</a:t>
            </a:r>
          </a:p>
        </p:txBody>
      </p:sp>
    </p:spTree>
    <p:extLst>
      <p:ext uri="{BB962C8B-B14F-4D97-AF65-F5344CB8AC3E}">
        <p14:creationId xmlns:p14="http://schemas.microsoft.com/office/powerpoint/2010/main" val="1610971354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1344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ve-column layout with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D5D51-461F-4BF3-B83C-3319F4FEFF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676641"/>
            <a:ext cx="8229600" cy="42473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Five-column layout with icons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CA65A-3F20-4CCD-AE7B-297E975BC0E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90217" y="2376620"/>
            <a:ext cx="1473620" cy="258532"/>
          </a:xfrm>
        </p:spPr>
        <p:txBody>
          <a:bodyPr anchor="t"/>
          <a:lstStyle>
            <a:lvl1pPr marL="0" indent="0">
              <a:buNone/>
              <a:defRPr sz="12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BED614-1324-4FC8-94DC-2BB58446A18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0218" y="2619495"/>
            <a:ext cx="1473620" cy="774571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450"/>
              </a:spcAft>
              <a:buNone/>
              <a:defRPr sz="1200"/>
            </a:lvl1pPr>
            <a:lvl2pPr marL="214313" indent="0">
              <a:lnSpc>
                <a:spcPct val="100000"/>
              </a:lnSpc>
              <a:spcAft>
                <a:spcPts val="450"/>
              </a:spcAft>
              <a:buNone/>
              <a:defRPr sz="1200"/>
            </a:lvl2pPr>
            <a:lvl3pPr marL="471488" indent="0">
              <a:lnSpc>
                <a:spcPct val="100000"/>
              </a:lnSpc>
              <a:spcAft>
                <a:spcPts val="450"/>
              </a:spcAft>
              <a:buNone/>
              <a:defRPr sz="1200"/>
            </a:lvl3pPr>
            <a:lvl4pPr marL="644129" indent="0">
              <a:buNone/>
              <a:defRPr sz="900"/>
            </a:lvl4pPr>
            <a:lvl5pPr marL="772716" indent="0">
              <a:buNone/>
              <a:defRPr sz="9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CE1A54-1330-4A91-B63D-5CFA63F9FFDF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2103864" y="2375831"/>
            <a:ext cx="1473620" cy="258532"/>
          </a:xfrm>
        </p:spPr>
        <p:txBody>
          <a:bodyPr anchor="t"/>
          <a:lstStyle>
            <a:lvl1pPr marL="0" indent="0">
              <a:buNone/>
              <a:defRPr sz="12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49DC76-96C3-408F-9627-4D642BE1BDD7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2103864" y="2619495"/>
            <a:ext cx="1473620" cy="774571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450"/>
              </a:spcAft>
              <a:buNone/>
              <a:defRPr sz="1200"/>
            </a:lvl1pPr>
            <a:lvl2pPr marL="214313" indent="0">
              <a:lnSpc>
                <a:spcPct val="100000"/>
              </a:lnSpc>
              <a:spcAft>
                <a:spcPts val="450"/>
              </a:spcAft>
              <a:buNone/>
              <a:defRPr sz="1200"/>
            </a:lvl2pPr>
            <a:lvl3pPr marL="471488" indent="0">
              <a:lnSpc>
                <a:spcPct val="100000"/>
              </a:lnSpc>
              <a:spcAft>
                <a:spcPts val="450"/>
              </a:spcAft>
              <a:buNone/>
              <a:defRPr sz="1200"/>
            </a:lvl3pPr>
            <a:lvl4pPr marL="644129" indent="0">
              <a:buNone/>
              <a:defRPr sz="900"/>
            </a:lvl4pPr>
            <a:lvl5pPr marL="772716" indent="0">
              <a:buNone/>
              <a:defRPr sz="9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B7A6272-EB3F-49FE-8293-213DA74B26E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22109" y="2375831"/>
            <a:ext cx="1473620" cy="258532"/>
          </a:xfrm>
        </p:spPr>
        <p:txBody>
          <a:bodyPr anchor="t"/>
          <a:lstStyle>
            <a:lvl1pPr marL="0" indent="0">
              <a:buNone/>
              <a:defRPr sz="12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A4C7D216-B044-4089-8FA7-0E2598881E8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822110" y="2619495"/>
            <a:ext cx="1473620" cy="774571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450"/>
              </a:spcAft>
              <a:buNone/>
              <a:defRPr sz="1200"/>
            </a:lvl1pPr>
            <a:lvl2pPr marL="214313" indent="0">
              <a:lnSpc>
                <a:spcPct val="100000"/>
              </a:lnSpc>
              <a:spcAft>
                <a:spcPts val="450"/>
              </a:spcAft>
              <a:buNone/>
              <a:defRPr sz="1200"/>
            </a:lvl2pPr>
            <a:lvl3pPr marL="471488" indent="0">
              <a:lnSpc>
                <a:spcPct val="100000"/>
              </a:lnSpc>
              <a:spcAft>
                <a:spcPts val="450"/>
              </a:spcAft>
              <a:buNone/>
              <a:defRPr sz="1200"/>
            </a:lvl3pPr>
            <a:lvl4pPr marL="644129" indent="0">
              <a:buNone/>
              <a:defRPr sz="900"/>
            </a:lvl4pPr>
            <a:lvl5pPr marL="772716" indent="0">
              <a:buNone/>
              <a:defRPr sz="9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A70CBA4-9A7C-4AA6-80BD-DA7E39D565C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40354" y="2375831"/>
            <a:ext cx="1473620" cy="258532"/>
          </a:xfrm>
        </p:spPr>
        <p:txBody>
          <a:bodyPr anchor="t"/>
          <a:lstStyle>
            <a:lvl1pPr marL="0" indent="0">
              <a:buNone/>
              <a:defRPr sz="12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188FFD55-A15C-40BB-919A-289EBCA6F22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540354" y="2619495"/>
            <a:ext cx="1473620" cy="774571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450"/>
              </a:spcAft>
              <a:buNone/>
              <a:defRPr sz="1200"/>
            </a:lvl1pPr>
            <a:lvl2pPr marL="214313" indent="0">
              <a:lnSpc>
                <a:spcPct val="100000"/>
              </a:lnSpc>
              <a:spcAft>
                <a:spcPts val="450"/>
              </a:spcAft>
              <a:buNone/>
              <a:defRPr sz="1200"/>
            </a:lvl2pPr>
            <a:lvl3pPr marL="471488" indent="0">
              <a:lnSpc>
                <a:spcPct val="100000"/>
              </a:lnSpc>
              <a:spcAft>
                <a:spcPts val="450"/>
              </a:spcAft>
              <a:buNone/>
              <a:defRPr sz="1200"/>
            </a:lvl3pPr>
            <a:lvl4pPr marL="644129" indent="0">
              <a:buNone/>
              <a:defRPr sz="900"/>
            </a:lvl4pPr>
            <a:lvl5pPr marL="772716" indent="0">
              <a:buNone/>
              <a:defRPr sz="9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DEB3A35-9813-4635-AE9D-3B9F6CA5316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628650" y="5214938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685800" rtl="0" eaLnBrk="1" latinLnBrk="0" hangingPunct="1">
              <a:defRPr sz="675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B1EF3D5-2436-9240-B6D0-2048A71FFF33}" type="datetime1">
              <a:rPr lang="en-US" smtClean="0"/>
              <a:pPr/>
              <a:t>1/16/2026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2617FC00-CD62-4B48-80A6-4E68401E96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028950" y="5214938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685800" rtl="0" eaLnBrk="1" latinLnBrk="0" hangingPunct="1">
              <a:defRPr sz="675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1F0D3C1B-0D24-4BCA-810C-31D050008A6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2" name="Content Placeholder 16">
            <a:extLst>
              <a:ext uri="{FF2B5EF4-FFF2-40B4-BE49-F238E27FC236}">
                <a16:creationId xmlns:a16="http://schemas.microsoft.com/office/drawing/2014/main" id="{A94A2542-4EB3-C9D2-DD91-8A1ECCB4441D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743632" y="1603873"/>
            <a:ext cx="766790" cy="466281"/>
          </a:xfrm>
        </p:spPr>
        <p:txBody>
          <a:bodyPr/>
          <a:lstStyle>
            <a:lvl1pPr marL="0" indent="0">
              <a:buNone/>
              <a:defRPr sz="900"/>
            </a:lvl1pPr>
            <a:lvl2pPr marL="214313" indent="0">
              <a:buNone/>
              <a:defRPr/>
            </a:lvl2pPr>
            <a:lvl3pPr marL="471488" indent="0">
              <a:buNone/>
              <a:defRPr/>
            </a:lvl3pPr>
            <a:lvl4pPr marL="644129" indent="0">
              <a:buNone/>
              <a:defRPr/>
            </a:lvl4pPr>
            <a:lvl5pPr marL="772716" indent="0">
              <a:buNone/>
              <a:defRPr/>
            </a:lvl5pPr>
          </a:lstStyle>
          <a:p>
            <a:pPr lvl="0"/>
            <a:r>
              <a:rPr lang="en-US" dirty="0"/>
              <a:t>Click photo icon to add icon</a:t>
            </a:r>
          </a:p>
        </p:txBody>
      </p:sp>
      <p:sp>
        <p:nvSpPr>
          <p:cNvPr id="23" name="Content Placeholder 16">
            <a:extLst>
              <a:ext uri="{FF2B5EF4-FFF2-40B4-BE49-F238E27FC236}">
                <a16:creationId xmlns:a16="http://schemas.microsoft.com/office/drawing/2014/main" id="{AB8088A4-DA27-4494-908E-A8EC9D675E49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2457279" y="1603873"/>
            <a:ext cx="766790" cy="466281"/>
          </a:xfrm>
        </p:spPr>
        <p:txBody>
          <a:bodyPr/>
          <a:lstStyle>
            <a:lvl1pPr marL="0" indent="0">
              <a:buNone/>
              <a:defRPr sz="900"/>
            </a:lvl1pPr>
            <a:lvl2pPr marL="214313" indent="0">
              <a:buNone/>
              <a:defRPr/>
            </a:lvl2pPr>
            <a:lvl3pPr marL="471488" indent="0">
              <a:buNone/>
              <a:defRPr/>
            </a:lvl3pPr>
            <a:lvl4pPr marL="644129" indent="0">
              <a:buNone/>
              <a:defRPr/>
            </a:lvl4pPr>
            <a:lvl5pPr marL="772716" indent="0">
              <a:buNone/>
              <a:defRPr/>
            </a:lvl5pPr>
          </a:lstStyle>
          <a:p>
            <a:pPr lvl="0"/>
            <a:r>
              <a:rPr lang="en-US" dirty="0"/>
              <a:t>Click photo icon to add icon</a:t>
            </a:r>
          </a:p>
        </p:txBody>
      </p:sp>
      <p:sp>
        <p:nvSpPr>
          <p:cNvPr id="24" name="Content Placeholder 16">
            <a:extLst>
              <a:ext uri="{FF2B5EF4-FFF2-40B4-BE49-F238E27FC236}">
                <a16:creationId xmlns:a16="http://schemas.microsoft.com/office/drawing/2014/main" id="{3D3AB58B-43AC-15CE-2ACB-07C3D1892798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4175524" y="1603872"/>
            <a:ext cx="766790" cy="466281"/>
          </a:xfrm>
        </p:spPr>
        <p:txBody>
          <a:bodyPr/>
          <a:lstStyle>
            <a:lvl1pPr marL="0" indent="0">
              <a:buNone/>
              <a:defRPr sz="900"/>
            </a:lvl1pPr>
            <a:lvl2pPr marL="214313" indent="0">
              <a:buNone/>
              <a:defRPr/>
            </a:lvl2pPr>
            <a:lvl3pPr marL="471488" indent="0">
              <a:buNone/>
              <a:defRPr/>
            </a:lvl3pPr>
            <a:lvl4pPr marL="644129" indent="0">
              <a:buNone/>
              <a:defRPr/>
            </a:lvl4pPr>
            <a:lvl5pPr marL="772716" indent="0">
              <a:buNone/>
              <a:defRPr/>
            </a:lvl5pPr>
          </a:lstStyle>
          <a:p>
            <a:pPr lvl="0"/>
            <a:r>
              <a:rPr lang="en-US" dirty="0"/>
              <a:t>Click photo icon to add icon</a:t>
            </a:r>
          </a:p>
        </p:txBody>
      </p:sp>
      <p:sp>
        <p:nvSpPr>
          <p:cNvPr id="25" name="Content Placeholder 16">
            <a:extLst>
              <a:ext uri="{FF2B5EF4-FFF2-40B4-BE49-F238E27FC236}">
                <a16:creationId xmlns:a16="http://schemas.microsoft.com/office/drawing/2014/main" id="{A0365432-E0C8-C839-7699-1AF05B54ED43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5889172" y="1603872"/>
            <a:ext cx="766790" cy="466281"/>
          </a:xfrm>
        </p:spPr>
        <p:txBody>
          <a:bodyPr/>
          <a:lstStyle>
            <a:lvl1pPr marL="0" indent="0">
              <a:buNone/>
              <a:defRPr sz="900"/>
            </a:lvl1pPr>
            <a:lvl2pPr marL="214313" indent="0">
              <a:buNone/>
              <a:defRPr/>
            </a:lvl2pPr>
            <a:lvl3pPr marL="471488" indent="0">
              <a:buNone/>
              <a:defRPr/>
            </a:lvl3pPr>
            <a:lvl4pPr marL="644129" indent="0">
              <a:buNone/>
              <a:defRPr/>
            </a:lvl4pPr>
            <a:lvl5pPr marL="772716" indent="0">
              <a:buNone/>
              <a:defRPr/>
            </a:lvl5pPr>
          </a:lstStyle>
          <a:p>
            <a:pPr lvl="0"/>
            <a:r>
              <a:rPr lang="en-US" dirty="0"/>
              <a:t>Click photo icon to add icon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9C2B731C-7D4C-3317-7E1B-0AA518928BF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249380" y="2375831"/>
            <a:ext cx="1473620" cy="258532"/>
          </a:xfrm>
        </p:spPr>
        <p:txBody>
          <a:bodyPr anchor="t"/>
          <a:lstStyle>
            <a:lvl1pPr marL="0" indent="0">
              <a:buNone/>
              <a:defRPr sz="12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20" name="Content Placeholder 5">
            <a:extLst>
              <a:ext uri="{FF2B5EF4-FFF2-40B4-BE49-F238E27FC236}">
                <a16:creationId xmlns:a16="http://schemas.microsoft.com/office/drawing/2014/main" id="{1ED14471-8D80-EDBB-438D-D73A645E5E3D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7249380" y="2619495"/>
            <a:ext cx="1473620" cy="774571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450"/>
              </a:spcAft>
              <a:buNone/>
              <a:defRPr sz="1200"/>
            </a:lvl1pPr>
            <a:lvl2pPr marL="214313" indent="0">
              <a:lnSpc>
                <a:spcPct val="100000"/>
              </a:lnSpc>
              <a:spcAft>
                <a:spcPts val="450"/>
              </a:spcAft>
              <a:buNone/>
              <a:defRPr sz="1200"/>
            </a:lvl2pPr>
            <a:lvl3pPr marL="471488" indent="0">
              <a:lnSpc>
                <a:spcPct val="100000"/>
              </a:lnSpc>
              <a:spcAft>
                <a:spcPts val="450"/>
              </a:spcAft>
              <a:buNone/>
              <a:defRPr sz="1200"/>
            </a:lvl3pPr>
            <a:lvl4pPr marL="644129" indent="0">
              <a:buNone/>
              <a:defRPr sz="900"/>
            </a:lvl4pPr>
            <a:lvl5pPr marL="772716" indent="0">
              <a:buNone/>
              <a:defRPr sz="9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6" name="Content Placeholder 16">
            <a:extLst>
              <a:ext uri="{FF2B5EF4-FFF2-40B4-BE49-F238E27FC236}">
                <a16:creationId xmlns:a16="http://schemas.microsoft.com/office/drawing/2014/main" id="{5BFE59E8-0170-5919-8EF6-E7EA10DE998B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7602820" y="1603872"/>
            <a:ext cx="766790" cy="466281"/>
          </a:xfrm>
        </p:spPr>
        <p:txBody>
          <a:bodyPr/>
          <a:lstStyle>
            <a:lvl1pPr marL="0" indent="0">
              <a:buNone/>
              <a:defRPr sz="900"/>
            </a:lvl1pPr>
            <a:lvl2pPr marL="214313" indent="0">
              <a:buNone/>
              <a:defRPr/>
            </a:lvl2pPr>
            <a:lvl3pPr marL="471488" indent="0">
              <a:buNone/>
              <a:defRPr/>
            </a:lvl3pPr>
            <a:lvl4pPr marL="644129" indent="0">
              <a:buNone/>
              <a:defRPr/>
            </a:lvl4pPr>
            <a:lvl5pPr marL="772716" indent="0">
              <a:buNone/>
              <a:defRPr/>
            </a:lvl5pPr>
          </a:lstStyle>
          <a:p>
            <a:pPr lvl="0"/>
            <a:r>
              <a:rPr lang="en-US" dirty="0"/>
              <a:t>Click photo icon to add icon</a:t>
            </a:r>
          </a:p>
        </p:txBody>
      </p:sp>
    </p:spTree>
    <p:extLst>
      <p:ext uri="{BB962C8B-B14F-4D97-AF65-F5344CB8AC3E}">
        <p14:creationId xmlns:p14="http://schemas.microsoft.com/office/powerpoint/2010/main" val="2585950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44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ve-column layout with icons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D5D51-461F-4BF3-B83C-3319F4FEFF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676641"/>
            <a:ext cx="8229600" cy="42473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Five-column layout with icons and subtitle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CA65A-3F20-4CCD-AE7B-297E975BC0E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90217" y="2376620"/>
            <a:ext cx="1473620" cy="258532"/>
          </a:xfrm>
        </p:spPr>
        <p:txBody>
          <a:bodyPr anchor="t"/>
          <a:lstStyle>
            <a:lvl1pPr marL="0" indent="0">
              <a:buNone/>
              <a:defRPr sz="12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BED614-1324-4FC8-94DC-2BB58446A18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0218" y="2619495"/>
            <a:ext cx="1473620" cy="774571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450"/>
              </a:spcAft>
              <a:buNone/>
              <a:defRPr sz="1200"/>
            </a:lvl1pPr>
            <a:lvl2pPr marL="214313" indent="0">
              <a:lnSpc>
                <a:spcPct val="100000"/>
              </a:lnSpc>
              <a:spcAft>
                <a:spcPts val="450"/>
              </a:spcAft>
              <a:buNone/>
              <a:defRPr sz="1200"/>
            </a:lvl2pPr>
            <a:lvl3pPr marL="471488" indent="0">
              <a:lnSpc>
                <a:spcPct val="100000"/>
              </a:lnSpc>
              <a:spcAft>
                <a:spcPts val="450"/>
              </a:spcAft>
              <a:buNone/>
              <a:defRPr sz="1200"/>
            </a:lvl3pPr>
            <a:lvl4pPr marL="644129" indent="0">
              <a:buNone/>
              <a:defRPr sz="900"/>
            </a:lvl4pPr>
            <a:lvl5pPr marL="772716" indent="0">
              <a:buNone/>
              <a:defRPr sz="9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CE1A54-1330-4A91-B63D-5CFA63F9FFDF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2103864" y="2375831"/>
            <a:ext cx="1473620" cy="258532"/>
          </a:xfrm>
        </p:spPr>
        <p:txBody>
          <a:bodyPr anchor="t"/>
          <a:lstStyle>
            <a:lvl1pPr marL="0" indent="0">
              <a:buNone/>
              <a:defRPr sz="12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49DC76-96C3-408F-9627-4D642BE1BDD7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2103864" y="2619495"/>
            <a:ext cx="1473620" cy="774571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450"/>
              </a:spcAft>
              <a:buNone/>
              <a:defRPr sz="1200"/>
            </a:lvl1pPr>
            <a:lvl2pPr marL="214313" indent="0">
              <a:lnSpc>
                <a:spcPct val="100000"/>
              </a:lnSpc>
              <a:spcAft>
                <a:spcPts val="450"/>
              </a:spcAft>
              <a:buNone/>
              <a:defRPr sz="1200"/>
            </a:lvl2pPr>
            <a:lvl3pPr marL="471488" indent="0">
              <a:lnSpc>
                <a:spcPct val="100000"/>
              </a:lnSpc>
              <a:spcAft>
                <a:spcPts val="450"/>
              </a:spcAft>
              <a:buNone/>
              <a:defRPr sz="1200"/>
            </a:lvl3pPr>
            <a:lvl4pPr marL="644129" indent="0">
              <a:buNone/>
              <a:defRPr sz="900"/>
            </a:lvl4pPr>
            <a:lvl5pPr marL="772716" indent="0">
              <a:buNone/>
              <a:defRPr sz="9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B7A6272-EB3F-49FE-8293-213DA74B26E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22109" y="2375831"/>
            <a:ext cx="1473620" cy="258532"/>
          </a:xfrm>
        </p:spPr>
        <p:txBody>
          <a:bodyPr anchor="t"/>
          <a:lstStyle>
            <a:lvl1pPr marL="0" indent="0">
              <a:buNone/>
              <a:defRPr sz="12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A4C7D216-B044-4089-8FA7-0E2598881E8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822110" y="2619495"/>
            <a:ext cx="1473620" cy="774571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450"/>
              </a:spcAft>
              <a:buNone/>
              <a:defRPr sz="1200"/>
            </a:lvl1pPr>
            <a:lvl2pPr marL="214313" indent="0">
              <a:lnSpc>
                <a:spcPct val="100000"/>
              </a:lnSpc>
              <a:spcAft>
                <a:spcPts val="450"/>
              </a:spcAft>
              <a:buNone/>
              <a:defRPr sz="1200"/>
            </a:lvl2pPr>
            <a:lvl3pPr marL="471488" indent="0">
              <a:lnSpc>
                <a:spcPct val="100000"/>
              </a:lnSpc>
              <a:spcAft>
                <a:spcPts val="450"/>
              </a:spcAft>
              <a:buNone/>
              <a:defRPr sz="1200"/>
            </a:lvl3pPr>
            <a:lvl4pPr marL="644129" indent="0">
              <a:buNone/>
              <a:defRPr sz="900"/>
            </a:lvl4pPr>
            <a:lvl5pPr marL="772716" indent="0">
              <a:buNone/>
              <a:defRPr sz="9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A70CBA4-9A7C-4AA6-80BD-DA7E39D565C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40354" y="2375831"/>
            <a:ext cx="1473620" cy="258532"/>
          </a:xfrm>
        </p:spPr>
        <p:txBody>
          <a:bodyPr anchor="t"/>
          <a:lstStyle>
            <a:lvl1pPr marL="0" indent="0">
              <a:buNone/>
              <a:defRPr sz="12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188FFD55-A15C-40BB-919A-289EBCA6F22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540354" y="2619495"/>
            <a:ext cx="1473620" cy="774571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450"/>
              </a:spcAft>
              <a:buNone/>
              <a:defRPr sz="1200"/>
            </a:lvl1pPr>
            <a:lvl2pPr marL="214313" indent="0">
              <a:lnSpc>
                <a:spcPct val="100000"/>
              </a:lnSpc>
              <a:spcAft>
                <a:spcPts val="450"/>
              </a:spcAft>
              <a:buNone/>
              <a:defRPr sz="1200"/>
            </a:lvl2pPr>
            <a:lvl3pPr marL="471488" indent="0">
              <a:lnSpc>
                <a:spcPct val="100000"/>
              </a:lnSpc>
              <a:spcAft>
                <a:spcPts val="450"/>
              </a:spcAft>
              <a:buNone/>
              <a:defRPr sz="1200"/>
            </a:lvl3pPr>
            <a:lvl4pPr marL="644129" indent="0">
              <a:buNone/>
              <a:defRPr sz="900"/>
            </a:lvl4pPr>
            <a:lvl5pPr marL="772716" indent="0">
              <a:buNone/>
              <a:defRPr sz="9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DEB3A35-9813-4635-AE9D-3B9F6CA5316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628650" y="5214938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685800" rtl="0" eaLnBrk="1" latinLnBrk="0" hangingPunct="1">
              <a:defRPr sz="675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B1EF3D5-2436-9240-B6D0-2048A71FFF33}" type="datetime1">
              <a:rPr lang="en-US" smtClean="0"/>
              <a:pPr/>
              <a:t>1/16/2026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2617FC00-CD62-4B48-80A6-4E68401E96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028950" y="5214938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685800" rtl="0" eaLnBrk="1" latinLnBrk="0" hangingPunct="1">
              <a:defRPr sz="675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1F0D3C1B-0D24-4BCA-810C-31D050008A6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2" name="Content Placeholder 16">
            <a:extLst>
              <a:ext uri="{FF2B5EF4-FFF2-40B4-BE49-F238E27FC236}">
                <a16:creationId xmlns:a16="http://schemas.microsoft.com/office/drawing/2014/main" id="{A94A2542-4EB3-C9D2-DD91-8A1ECCB4441D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743632" y="1603873"/>
            <a:ext cx="766790" cy="466281"/>
          </a:xfrm>
        </p:spPr>
        <p:txBody>
          <a:bodyPr/>
          <a:lstStyle>
            <a:lvl1pPr marL="0" indent="0">
              <a:buNone/>
              <a:defRPr sz="900"/>
            </a:lvl1pPr>
            <a:lvl2pPr marL="214313" indent="0">
              <a:buNone/>
              <a:defRPr/>
            </a:lvl2pPr>
            <a:lvl3pPr marL="471488" indent="0">
              <a:buNone/>
              <a:defRPr/>
            </a:lvl3pPr>
            <a:lvl4pPr marL="644129" indent="0">
              <a:buNone/>
              <a:defRPr/>
            </a:lvl4pPr>
            <a:lvl5pPr marL="772716" indent="0">
              <a:buNone/>
              <a:defRPr/>
            </a:lvl5pPr>
          </a:lstStyle>
          <a:p>
            <a:pPr lvl="0"/>
            <a:r>
              <a:rPr lang="en-US" dirty="0"/>
              <a:t>Click photo icon to add icon</a:t>
            </a:r>
          </a:p>
        </p:txBody>
      </p:sp>
      <p:sp>
        <p:nvSpPr>
          <p:cNvPr id="23" name="Content Placeholder 16">
            <a:extLst>
              <a:ext uri="{FF2B5EF4-FFF2-40B4-BE49-F238E27FC236}">
                <a16:creationId xmlns:a16="http://schemas.microsoft.com/office/drawing/2014/main" id="{AB8088A4-DA27-4494-908E-A8EC9D675E49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2457279" y="1603873"/>
            <a:ext cx="766790" cy="466281"/>
          </a:xfrm>
        </p:spPr>
        <p:txBody>
          <a:bodyPr/>
          <a:lstStyle>
            <a:lvl1pPr marL="0" indent="0">
              <a:buNone/>
              <a:defRPr sz="900"/>
            </a:lvl1pPr>
            <a:lvl2pPr marL="214313" indent="0">
              <a:buNone/>
              <a:defRPr/>
            </a:lvl2pPr>
            <a:lvl3pPr marL="471488" indent="0">
              <a:buNone/>
              <a:defRPr/>
            </a:lvl3pPr>
            <a:lvl4pPr marL="644129" indent="0">
              <a:buNone/>
              <a:defRPr/>
            </a:lvl4pPr>
            <a:lvl5pPr marL="772716" indent="0">
              <a:buNone/>
              <a:defRPr/>
            </a:lvl5pPr>
          </a:lstStyle>
          <a:p>
            <a:pPr lvl="0"/>
            <a:r>
              <a:rPr lang="en-US" dirty="0"/>
              <a:t>Click photo icon to add icon</a:t>
            </a:r>
          </a:p>
        </p:txBody>
      </p:sp>
      <p:sp>
        <p:nvSpPr>
          <p:cNvPr id="24" name="Content Placeholder 16">
            <a:extLst>
              <a:ext uri="{FF2B5EF4-FFF2-40B4-BE49-F238E27FC236}">
                <a16:creationId xmlns:a16="http://schemas.microsoft.com/office/drawing/2014/main" id="{3D3AB58B-43AC-15CE-2ACB-07C3D1892798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4175524" y="1603872"/>
            <a:ext cx="766790" cy="466281"/>
          </a:xfrm>
        </p:spPr>
        <p:txBody>
          <a:bodyPr/>
          <a:lstStyle>
            <a:lvl1pPr marL="0" indent="0">
              <a:buNone/>
              <a:defRPr sz="900"/>
            </a:lvl1pPr>
            <a:lvl2pPr marL="214313" indent="0">
              <a:buNone/>
              <a:defRPr/>
            </a:lvl2pPr>
            <a:lvl3pPr marL="471488" indent="0">
              <a:buNone/>
              <a:defRPr/>
            </a:lvl3pPr>
            <a:lvl4pPr marL="644129" indent="0">
              <a:buNone/>
              <a:defRPr/>
            </a:lvl4pPr>
            <a:lvl5pPr marL="772716" indent="0">
              <a:buNone/>
              <a:defRPr/>
            </a:lvl5pPr>
          </a:lstStyle>
          <a:p>
            <a:pPr lvl="0"/>
            <a:r>
              <a:rPr lang="en-US" dirty="0"/>
              <a:t>Click photo icon to add icon</a:t>
            </a:r>
          </a:p>
        </p:txBody>
      </p:sp>
      <p:sp>
        <p:nvSpPr>
          <p:cNvPr id="25" name="Content Placeholder 16">
            <a:extLst>
              <a:ext uri="{FF2B5EF4-FFF2-40B4-BE49-F238E27FC236}">
                <a16:creationId xmlns:a16="http://schemas.microsoft.com/office/drawing/2014/main" id="{A0365432-E0C8-C839-7699-1AF05B54ED43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5889172" y="1603872"/>
            <a:ext cx="766790" cy="466281"/>
          </a:xfrm>
        </p:spPr>
        <p:txBody>
          <a:bodyPr/>
          <a:lstStyle>
            <a:lvl1pPr marL="0" indent="0">
              <a:buNone/>
              <a:defRPr sz="900"/>
            </a:lvl1pPr>
            <a:lvl2pPr marL="214313" indent="0">
              <a:buNone/>
              <a:defRPr/>
            </a:lvl2pPr>
            <a:lvl3pPr marL="471488" indent="0">
              <a:buNone/>
              <a:defRPr/>
            </a:lvl3pPr>
            <a:lvl4pPr marL="644129" indent="0">
              <a:buNone/>
              <a:defRPr/>
            </a:lvl4pPr>
            <a:lvl5pPr marL="772716" indent="0">
              <a:buNone/>
              <a:defRPr/>
            </a:lvl5pPr>
          </a:lstStyle>
          <a:p>
            <a:pPr lvl="0"/>
            <a:r>
              <a:rPr lang="en-US" dirty="0"/>
              <a:t>Click photo icon to add icon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9C2B731C-7D4C-3317-7E1B-0AA518928BF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249380" y="2375831"/>
            <a:ext cx="1473620" cy="258532"/>
          </a:xfrm>
        </p:spPr>
        <p:txBody>
          <a:bodyPr anchor="t"/>
          <a:lstStyle>
            <a:lvl1pPr marL="0" indent="0">
              <a:buNone/>
              <a:defRPr sz="12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20" name="Content Placeholder 5">
            <a:extLst>
              <a:ext uri="{FF2B5EF4-FFF2-40B4-BE49-F238E27FC236}">
                <a16:creationId xmlns:a16="http://schemas.microsoft.com/office/drawing/2014/main" id="{1ED14471-8D80-EDBB-438D-D73A645E5E3D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7249380" y="2619495"/>
            <a:ext cx="1473620" cy="774571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450"/>
              </a:spcAft>
              <a:buNone/>
              <a:defRPr sz="1200"/>
            </a:lvl1pPr>
            <a:lvl2pPr marL="214313" indent="0">
              <a:lnSpc>
                <a:spcPct val="100000"/>
              </a:lnSpc>
              <a:spcAft>
                <a:spcPts val="450"/>
              </a:spcAft>
              <a:buNone/>
              <a:defRPr sz="1200"/>
            </a:lvl2pPr>
            <a:lvl3pPr marL="471488" indent="0">
              <a:lnSpc>
                <a:spcPct val="100000"/>
              </a:lnSpc>
              <a:spcAft>
                <a:spcPts val="450"/>
              </a:spcAft>
              <a:buNone/>
              <a:defRPr sz="1200"/>
            </a:lvl3pPr>
            <a:lvl4pPr marL="644129" indent="0">
              <a:buNone/>
              <a:defRPr sz="900"/>
            </a:lvl4pPr>
            <a:lvl5pPr marL="772716" indent="0">
              <a:buNone/>
              <a:defRPr sz="9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6" name="Content Placeholder 16">
            <a:extLst>
              <a:ext uri="{FF2B5EF4-FFF2-40B4-BE49-F238E27FC236}">
                <a16:creationId xmlns:a16="http://schemas.microsoft.com/office/drawing/2014/main" id="{5BFE59E8-0170-5919-8EF6-E7EA10DE998B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7602820" y="1603872"/>
            <a:ext cx="766790" cy="466281"/>
          </a:xfrm>
        </p:spPr>
        <p:txBody>
          <a:bodyPr/>
          <a:lstStyle>
            <a:lvl1pPr marL="0" indent="0">
              <a:buNone/>
              <a:defRPr sz="900"/>
            </a:lvl1pPr>
            <a:lvl2pPr marL="214313" indent="0">
              <a:buNone/>
              <a:defRPr/>
            </a:lvl2pPr>
            <a:lvl3pPr marL="471488" indent="0">
              <a:buNone/>
              <a:defRPr/>
            </a:lvl3pPr>
            <a:lvl4pPr marL="644129" indent="0">
              <a:buNone/>
              <a:defRPr/>
            </a:lvl4pPr>
            <a:lvl5pPr marL="772716" indent="0">
              <a:buNone/>
              <a:defRPr/>
            </a:lvl5pPr>
          </a:lstStyle>
          <a:p>
            <a:pPr lvl="0"/>
            <a:r>
              <a:rPr lang="en-US" dirty="0"/>
              <a:t>Click photo icon to add icon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F3DAA19F-B778-B113-9430-0C7EB4ECA1B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7200" y="1068545"/>
            <a:ext cx="8229600" cy="30008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225"/>
              </a:spcAft>
              <a:buNone/>
              <a:defRPr sz="1350" b="0" i="0" cap="none" spc="0" baseline="0"/>
            </a:lvl1pPr>
          </a:lstStyle>
          <a:p>
            <a:pPr lvl="0"/>
            <a:r>
              <a:rPr lang="en-US" dirty="0"/>
              <a:t>Enter subtitle</a:t>
            </a:r>
          </a:p>
        </p:txBody>
      </p:sp>
    </p:spTree>
    <p:extLst>
      <p:ext uri="{BB962C8B-B14F-4D97-AF65-F5344CB8AC3E}">
        <p14:creationId xmlns:p14="http://schemas.microsoft.com/office/powerpoint/2010/main" val="18935242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44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ve-column layout with icons (no titl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BED614-1324-4FC8-94DC-2BB58446A18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0218" y="2619496"/>
            <a:ext cx="1473620" cy="774571"/>
          </a:xfrm>
        </p:spPr>
        <p:txBody>
          <a:bodyPr/>
          <a:lstStyle>
            <a:lvl1pPr marL="0" indent="0" algn="ctr">
              <a:lnSpc>
                <a:spcPct val="100000"/>
              </a:lnSpc>
              <a:spcAft>
                <a:spcPts val="450"/>
              </a:spcAft>
              <a:buNone/>
              <a:defRPr sz="1200"/>
            </a:lvl1pPr>
            <a:lvl2pPr marL="214313" indent="0" algn="ctr">
              <a:lnSpc>
                <a:spcPct val="100000"/>
              </a:lnSpc>
              <a:spcAft>
                <a:spcPts val="450"/>
              </a:spcAft>
              <a:buNone/>
              <a:defRPr sz="1200"/>
            </a:lvl2pPr>
            <a:lvl3pPr marL="471488" indent="0" algn="ctr">
              <a:lnSpc>
                <a:spcPct val="100000"/>
              </a:lnSpc>
              <a:spcAft>
                <a:spcPts val="450"/>
              </a:spcAft>
              <a:buNone/>
              <a:defRPr sz="1200"/>
            </a:lvl3pPr>
            <a:lvl4pPr marL="644129" indent="0">
              <a:buNone/>
              <a:defRPr sz="900"/>
            </a:lvl4pPr>
            <a:lvl5pPr marL="772716" indent="0">
              <a:buNone/>
              <a:defRPr sz="9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49DC76-96C3-408F-9627-4D642BE1BDD7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2103864" y="2619496"/>
            <a:ext cx="1473620" cy="774571"/>
          </a:xfrm>
        </p:spPr>
        <p:txBody>
          <a:bodyPr/>
          <a:lstStyle>
            <a:lvl1pPr marL="0" indent="0" algn="ctr">
              <a:lnSpc>
                <a:spcPct val="100000"/>
              </a:lnSpc>
              <a:spcAft>
                <a:spcPts val="450"/>
              </a:spcAft>
              <a:buNone/>
              <a:defRPr sz="1200"/>
            </a:lvl1pPr>
            <a:lvl2pPr marL="214313" indent="0" algn="ctr">
              <a:lnSpc>
                <a:spcPct val="100000"/>
              </a:lnSpc>
              <a:spcAft>
                <a:spcPts val="450"/>
              </a:spcAft>
              <a:buNone/>
              <a:defRPr sz="1200"/>
            </a:lvl2pPr>
            <a:lvl3pPr marL="471488" indent="0" algn="ctr">
              <a:lnSpc>
                <a:spcPct val="100000"/>
              </a:lnSpc>
              <a:spcAft>
                <a:spcPts val="450"/>
              </a:spcAft>
              <a:buNone/>
              <a:defRPr sz="1200"/>
            </a:lvl3pPr>
            <a:lvl4pPr marL="644129" indent="0">
              <a:buNone/>
              <a:defRPr sz="900"/>
            </a:lvl4pPr>
            <a:lvl5pPr marL="772716" indent="0">
              <a:buNone/>
              <a:defRPr sz="9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A4C7D216-B044-4089-8FA7-0E2598881E8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822110" y="2619496"/>
            <a:ext cx="1473620" cy="774571"/>
          </a:xfrm>
        </p:spPr>
        <p:txBody>
          <a:bodyPr/>
          <a:lstStyle>
            <a:lvl1pPr marL="0" indent="0" algn="ctr">
              <a:lnSpc>
                <a:spcPct val="100000"/>
              </a:lnSpc>
              <a:spcAft>
                <a:spcPts val="450"/>
              </a:spcAft>
              <a:buNone/>
              <a:defRPr sz="1200"/>
            </a:lvl1pPr>
            <a:lvl2pPr marL="214313" indent="0" algn="ctr">
              <a:lnSpc>
                <a:spcPct val="100000"/>
              </a:lnSpc>
              <a:spcAft>
                <a:spcPts val="450"/>
              </a:spcAft>
              <a:buNone/>
              <a:defRPr sz="1200"/>
            </a:lvl2pPr>
            <a:lvl3pPr marL="471488" indent="0" algn="ctr">
              <a:lnSpc>
                <a:spcPct val="100000"/>
              </a:lnSpc>
              <a:spcAft>
                <a:spcPts val="450"/>
              </a:spcAft>
              <a:buNone/>
              <a:defRPr sz="1200"/>
            </a:lvl3pPr>
            <a:lvl4pPr marL="644129" indent="0">
              <a:buNone/>
              <a:defRPr sz="900"/>
            </a:lvl4pPr>
            <a:lvl5pPr marL="772716" indent="0">
              <a:buNone/>
              <a:defRPr sz="9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188FFD55-A15C-40BB-919A-289EBCA6F22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540354" y="2619496"/>
            <a:ext cx="1473620" cy="774571"/>
          </a:xfrm>
        </p:spPr>
        <p:txBody>
          <a:bodyPr/>
          <a:lstStyle>
            <a:lvl1pPr marL="0" indent="0" algn="ctr">
              <a:lnSpc>
                <a:spcPct val="100000"/>
              </a:lnSpc>
              <a:spcAft>
                <a:spcPts val="450"/>
              </a:spcAft>
              <a:buNone/>
              <a:defRPr sz="1200"/>
            </a:lvl1pPr>
            <a:lvl2pPr marL="214313" indent="0" algn="ctr">
              <a:lnSpc>
                <a:spcPct val="100000"/>
              </a:lnSpc>
              <a:spcAft>
                <a:spcPts val="450"/>
              </a:spcAft>
              <a:buNone/>
              <a:defRPr sz="1200"/>
            </a:lvl2pPr>
            <a:lvl3pPr marL="471488" indent="0" algn="ctr">
              <a:lnSpc>
                <a:spcPct val="100000"/>
              </a:lnSpc>
              <a:spcAft>
                <a:spcPts val="450"/>
              </a:spcAft>
              <a:buNone/>
              <a:defRPr sz="1200"/>
            </a:lvl3pPr>
            <a:lvl4pPr marL="644129" indent="0">
              <a:buNone/>
              <a:defRPr sz="900"/>
            </a:lvl4pPr>
            <a:lvl5pPr marL="772716" indent="0">
              <a:buNone/>
              <a:defRPr sz="9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0" name="Content Placeholder 5">
            <a:extLst>
              <a:ext uri="{FF2B5EF4-FFF2-40B4-BE49-F238E27FC236}">
                <a16:creationId xmlns:a16="http://schemas.microsoft.com/office/drawing/2014/main" id="{1ED14471-8D80-EDBB-438D-D73A645E5E3D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7249380" y="2619496"/>
            <a:ext cx="1473620" cy="774571"/>
          </a:xfrm>
        </p:spPr>
        <p:txBody>
          <a:bodyPr/>
          <a:lstStyle>
            <a:lvl1pPr marL="0" indent="0" algn="ctr">
              <a:lnSpc>
                <a:spcPct val="100000"/>
              </a:lnSpc>
              <a:spcAft>
                <a:spcPts val="450"/>
              </a:spcAft>
              <a:buNone/>
              <a:defRPr sz="1200"/>
            </a:lvl1pPr>
            <a:lvl2pPr marL="214313" indent="0" algn="ctr">
              <a:lnSpc>
                <a:spcPct val="100000"/>
              </a:lnSpc>
              <a:spcAft>
                <a:spcPts val="450"/>
              </a:spcAft>
              <a:buNone/>
              <a:defRPr sz="1200"/>
            </a:lvl2pPr>
            <a:lvl3pPr marL="471488" indent="0" algn="ctr">
              <a:lnSpc>
                <a:spcPct val="100000"/>
              </a:lnSpc>
              <a:spcAft>
                <a:spcPts val="450"/>
              </a:spcAft>
              <a:buNone/>
              <a:defRPr sz="1200"/>
            </a:lvl3pPr>
            <a:lvl4pPr marL="644129" indent="0">
              <a:buNone/>
              <a:defRPr sz="900"/>
            </a:lvl4pPr>
            <a:lvl5pPr marL="772716" indent="0">
              <a:buNone/>
              <a:defRPr sz="9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AD5D51-461F-4BF3-B83C-3319F4FEFF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676641"/>
            <a:ext cx="8229600" cy="42473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Five-column layout with icons (no titles)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DEB3A35-9813-4635-AE9D-3B9F6CA5316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628650" y="5214938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685800" rtl="0" eaLnBrk="1" latinLnBrk="0" hangingPunct="1">
              <a:defRPr sz="675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B1EF3D5-2436-9240-B6D0-2048A71FFF33}" type="datetime1">
              <a:rPr lang="en-US" smtClean="0"/>
              <a:pPr/>
              <a:t>1/16/2026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2617FC00-CD62-4B48-80A6-4E68401E96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028950" y="5214938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685800" rtl="0" eaLnBrk="1" latinLnBrk="0" hangingPunct="1">
              <a:defRPr sz="675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1F0D3C1B-0D24-4BCA-810C-31D050008A6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834CDD4-D76F-4459-B025-0310E913C2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2" name="Content Placeholder 16">
            <a:extLst>
              <a:ext uri="{FF2B5EF4-FFF2-40B4-BE49-F238E27FC236}">
                <a16:creationId xmlns:a16="http://schemas.microsoft.com/office/drawing/2014/main" id="{A94A2542-4EB3-C9D2-DD91-8A1ECCB4441D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743632" y="1849453"/>
            <a:ext cx="766790" cy="466281"/>
          </a:xfrm>
        </p:spPr>
        <p:txBody>
          <a:bodyPr/>
          <a:lstStyle>
            <a:lvl1pPr marL="0" indent="0">
              <a:buNone/>
              <a:defRPr sz="900"/>
            </a:lvl1pPr>
            <a:lvl2pPr marL="214313" indent="0">
              <a:buNone/>
              <a:defRPr/>
            </a:lvl2pPr>
            <a:lvl3pPr marL="471488" indent="0">
              <a:buNone/>
              <a:defRPr/>
            </a:lvl3pPr>
            <a:lvl4pPr marL="644129" indent="0">
              <a:buNone/>
              <a:defRPr/>
            </a:lvl4pPr>
            <a:lvl5pPr marL="772716" indent="0">
              <a:buNone/>
              <a:defRPr/>
            </a:lvl5pPr>
          </a:lstStyle>
          <a:p>
            <a:pPr lvl="0"/>
            <a:r>
              <a:rPr lang="en-US" dirty="0"/>
              <a:t>Click photo icon to add icon</a:t>
            </a:r>
          </a:p>
        </p:txBody>
      </p:sp>
      <p:sp>
        <p:nvSpPr>
          <p:cNvPr id="23" name="Content Placeholder 16">
            <a:extLst>
              <a:ext uri="{FF2B5EF4-FFF2-40B4-BE49-F238E27FC236}">
                <a16:creationId xmlns:a16="http://schemas.microsoft.com/office/drawing/2014/main" id="{AB8088A4-DA27-4494-908E-A8EC9D675E49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2457279" y="1849453"/>
            <a:ext cx="766790" cy="466281"/>
          </a:xfrm>
        </p:spPr>
        <p:txBody>
          <a:bodyPr/>
          <a:lstStyle>
            <a:lvl1pPr marL="0" indent="0">
              <a:buNone/>
              <a:defRPr sz="900"/>
            </a:lvl1pPr>
            <a:lvl2pPr marL="214313" indent="0">
              <a:buNone/>
              <a:defRPr/>
            </a:lvl2pPr>
            <a:lvl3pPr marL="471488" indent="0">
              <a:buNone/>
              <a:defRPr/>
            </a:lvl3pPr>
            <a:lvl4pPr marL="644129" indent="0">
              <a:buNone/>
              <a:defRPr/>
            </a:lvl4pPr>
            <a:lvl5pPr marL="772716" indent="0">
              <a:buNone/>
              <a:defRPr/>
            </a:lvl5pPr>
          </a:lstStyle>
          <a:p>
            <a:pPr lvl="0"/>
            <a:r>
              <a:rPr lang="en-US" dirty="0"/>
              <a:t>Click photo icon to add icon</a:t>
            </a:r>
          </a:p>
        </p:txBody>
      </p:sp>
      <p:sp>
        <p:nvSpPr>
          <p:cNvPr id="24" name="Content Placeholder 16">
            <a:extLst>
              <a:ext uri="{FF2B5EF4-FFF2-40B4-BE49-F238E27FC236}">
                <a16:creationId xmlns:a16="http://schemas.microsoft.com/office/drawing/2014/main" id="{3D3AB58B-43AC-15CE-2ACB-07C3D1892798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4175524" y="1849452"/>
            <a:ext cx="766790" cy="466281"/>
          </a:xfrm>
        </p:spPr>
        <p:txBody>
          <a:bodyPr/>
          <a:lstStyle>
            <a:lvl1pPr marL="0" indent="0">
              <a:buNone/>
              <a:defRPr sz="900"/>
            </a:lvl1pPr>
            <a:lvl2pPr marL="214313" indent="0">
              <a:buNone/>
              <a:defRPr/>
            </a:lvl2pPr>
            <a:lvl3pPr marL="471488" indent="0">
              <a:buNone/>
              <a:defRPr/>
            </a:lvl3pPr>
            <a:lvl4pPr marL="644129" indent="0">
              <a:buNone/>
              <a:defRPr/>
            </a:lvl4pPr>
            <a:lvl5pPr marL="772716" indent="0">
              <a:buNone/>
              <a:defRPr/>
            </a:lvl5pPr>
          </a:lstStyle>
          <a:p>
            <a:pPr lvl="0"/>
            <a:r>
              <a:rPr lang="en-US" dirty="0"/>
              <a:t>Click photo icon to add icon</a:t>
            </a:r>
          </a:p>
        </p:txBody>
      </p:sp>
      <p:sp>
        <p:nvSpPr>
          <p:cNvPr id="25" name="Content Placeholder 16">
            <a:extLst>
              <a:ext uri="{FF2B5EF4-FFF2-40B4-BE49-F238E27FC236}">
                <a16:creationId xmlns:a16="http://schemas.microsoft.com/office/drawing/2014/main" id="{A0365432-E0C8-C839-7699-1AF05B54ED43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5889172" y="1849452"/>
            <a:ext cx="766790" cy="466281"/>
          </a:xfrm>
        </p:spPr>
        <p:txBody>
          <a:bodyPr/>
          <a:lstStyle>
            <a:lvl1pPr marL="0" indent="0">
              <a:buNone/>
              <a:defRPr sz="900"/>
            </a:lvl1pPr>
            <a:lvl2pPr marL="214313" indent="0">
              <a:buNone/>
              <a:defRPr/>
            </a:lvl2pPr>
            <a:lvl3pPr marL="471488" indent="0">
              <a:buNone/>
              <a:defRPr/>
            </a:lvl3pPr>
            <a:lvl4pPr marL="644129" indent="0">
              <a:buNone/>
              <a:defRPr/>
            </a:lvl4pPr>
            <a:lvl5pPr marL="772716" indent="0">
              <a:buNone/>
              <a:defRPr/>
            </a:lvl5pPr>
          </a:lstStyle>
          <a:p>
            <a:pPr lvl="0"/>
            <a:r>
              <a:rPr lang="en-US" dirty="0"/>
              <a:t>Click photo icon to add icon</a:t>
            </a:r>
          </a:p>
        </p:txBody>
      </p:sp>
      <p:sp>
        <p:nvSpPr>
          <p:cNvPr id="26" name="Content Placeholder 16">
            <a:extLst>
              <a:ext uri="{FF2B5EF4-FFF2-40B4-BE49-F238E27FC236}">
                <a16:creationId xmlns:a16="http://schemas.microsoft.com/office/drawing/2014/main" id="{5BFE59E8-0170-5919-8EF6-E7EA10DE998B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7602820" y="1849452"/>
            <a:ext cx="766790" cy="466281"/>
          </a:xfrm>
        </p:spPr>
        <p:txBody>
          <a:bodyPr/>
          <a:lstStyle>
            <a:lvl1pPr marL="0" indent="0">
              <a:buNone/>
              <a:defRPr sz="900"/>
            </a:lvl1pPr>
            <a:lvl2pPr marL="214313" indent="0">
              <a:buNone/>
              <a:defRPr/>
            </a:lvl2pPr>
            <a:lvl3pPr marL="471488" indent="0">
              <a:buNone/>
              <a:defRPr/>
            </a:lvl3pPr>
            <a:lvl4pPr marL="644129" indent="0">
              <a:buNone/>
              <a:defRPr/>
            </a:lvl4pPr>
            <a:lvl5pPr marL="772716" indent="0">
              <a:buNone/>
              <a:defRPr/>
            </a:lvl5pPr>
          </a:lstStyle>
          <a:p>
            <a:pPr lvl="0"/>
            <a:r>
              <a:rPr lang="en-US" dirty="0"/>
              <a:t>Click photo icon to add icon</a:t>
            </a:r>
          </a:p>
        </p:txBody>
      </p:sp>
    </p:spTree>
    <p:extLst>
      <p:ext uri="{BB962C8B-B14F-4D97-AF65-F5344CB8AC3E}">
        <p14:creationId xmlns:p14="http://schemas.microsoft.com/office/powerpoint/2010/main" val="962450427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1344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ve-column layout with icons and subtitle (no titl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BED614-1324-4FC8-94DC-2BB58446A18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0218" y="2619496"/>
            <a:ext cx="1473620" cy="774571"/>
          </a:xfrm>
        </p:spPr>
        <p:txBody>
          <a:bodyPr/>
          <a:lstStyle>
            <a:lvl1pPr marL="0" indent="0" algn="ctr">
              <a:lnSpc>
                <a:spcPct val="100000"/>
              </a:lnSpc>
              <a:spcAft>
                <a:spcPts val="450"/>
              </a:spcAft>
              <a:buNone/>
              <a:defRPr sz="1200"/>
            </a:lvl1pPr>
            <a:lvl2pPr marL="214313" indent="0" algn="ctr">
              <a:lnSpc>
                <a:spcPct val="100000"/>
              </a:lnSpc>
              <a:spcAft>
                <a:spcPts val="450"/>
              </a:spcAft>
              <a:buNone/>
              <a:defRPr sz="1200"/>
            </a:lvl2pPr>
            <a:lvl3pPr marL="471488" indent="0" algn="ctr">
              <a:lnSpc>
                <a:spcPct val="100000"/>
              </a:lnSpc>
              <a:spcAft>
                <a:spcPts val="450"/>
              </a:spcAft>
              <a:buNone/>
              <a:defRPr sz="1200"/>
            </a:lvl3pPr>
            <a:lvl4pPr marL="644129" indent="0">
              <a:buNone/>
              <a:defRPr sz="900"/>
            </a:lvl4pPr>
            <a:lvl5pPr marL="772716" indent="0">
              <a:buNone/>
              <a:defRPr sz="9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49DC76-96C3-408F-9627-4D642BE1BDD7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2103864" y="2619496"/>
            <a:ext cx="1473620" cy="774571"/>
          </a:xfrm>
        </p:spPr>
        <p:txBody>
          <a:bodyPr/>
          <a:lstStyle>
            <a:lvl1pPr marL="0" indent="0" algn="ctr">
              <a:lnSpc>
                <a:spcPct val="100000"/>
              </a:lnSpc>
              <a:spcAft>
                <a:spcPts val="450"/>
              </a:spcAft>
              <a:buNone/>
              <a:defRPr sz="1200"/>
            </a:lvl1pPr>
            <a:lvl2pPr marL="214313" indent="0" algn="ctr">
              <a:lnSpc>
                <a:spcPct val="100000"/>
              </a:lnSpc>
              <a:spcAft>
                <a:spcPts val="450"/>
              </a:spcAft>
              <a:buNone/>
              <a:defRPr sz="1200"/>
            </a:lvl2pPr>
            <a:lvl3pPr marL="471488" indent="0" algn="ctr">
              <a:lnSpc>
                <a:spcPct val="100000"/>
              </a:lnSpc>
              <a:spcAft>
                <a:spcPts val="450"/>
              </a:spcAft>
              <a:buNone/>
              <a:defRPr sz="1200"/>
            </a:lvl3pPr>
            <a:lvl4pPr marL="644129" indent="0">
              <a:buNone/>
              <a:defRPr sz="900"/>
            </a:lvl4pPr>
            <a:lvl5pPr marL="772716" indent="0">
              <a:buNone/>
              <a:defRPr sz="9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A4C7D216-B044-4089-8FA7-0E2598881E8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822110" y="2619496"/>
            <a:ext cx="1473620" cy="774571"/>
          </a:xfrm>
        </p:spPr>
        <p:txBody>
          <a:bodyPr/>
          <a:lstStyle>
            <a:lvl1pPr marL="0" indent="0" algn="ctr">
              <a:lnSpc>
                <a:spcPct val="100000"/>
              </a:lnSpc>
              <a:spcAft>
                <a:spcPts val="450"/>
              </a:spcAft>
              <a:buNone/>
              <a:defRPr sz="1200"/>
            </a:lvl1pPr>
            <a:lvl2pPr marL="214313" indent="0" algn="ctr">
              <a:lnSpc>
                <a:spcPct val="100000"/>
              </a:lnSpc>
              <a:spcAft>
                <a:spcPts val="450"/>
              </a:spcAft>
              <a:buNone/>
              <a:defRPr sz="1200"/>
            </a:lvl2pPr>
            <a:lvl3pPr marL="471488" indent="0" algn="ctr">
              <a:lnSpc>
                <a:spcPct val="100000"/>
              </a:lnSpc>
              <a:spcAft>
                <a:spcPts val="450"/>
              </a:spcAft>
              <a:buNone/>
              <a:defRPr sz="1200"/>
            </a:lvl3pPr>
            <a:lvl4pPr marL="644129" indent="0">
              <a:buNone/>
              <a:defRPr sz="900"/>
            </a:lvl4pPr>
            <a:lvl5pPr marL="772716" indent="0">
              <a:buNone/>
              <a:defRPr sz="9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188FFD55-A15C-40BB-919A-289EBCA6F22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540354" y="2619496"/>
            <a:ext cx="1473620" cy="774571"/>
          </a:xfrm>
        </p:spPr>
        <p:txBody>
          <a:bodyPr/>
          <a:lstStyle>
            <a:lvl1pPr marL="0" indent="0" algn="ctr">
              <a:lnSpc>
                <a:spcPct val="100000"/>
              </a:lnSpc>
              <a:spcAft>
                <a:spcPts val="450"/>
              </a:spcAft>
              <a:buNone/>
              <a:defRPr sz="1200"/>
            </a:lvl1pPr>
            <a:lvl2pPr marL="214313" indent="0" algn="ctr">
              <a:lnSpc>
                <a:spcPct val="100000"/>
              </a:lnSpc>
              <a:spcAft>
                <a:spcPts val="450"/>
              </a:spcAft>
              <a:buNone/>
              <a:defRPr sz="1200"/>
            </a:lvl2pPr>
            <a:lvl3pPr marL="471488" indent="0" algn="ctr">
              <a:lnSpc>
                <a:spcPct val="100000"/>
              </a:lnSpc>
              <a:spcAft>
                <a:spcPts val="450"/>
              </a:spcAft>
              <a:buNone/>
              <a:defRPr sz="1200"/>
            </a:lvl3pPr>
            <a:lvl4pPr marL="644129" indent="0">
              <a:buNone/>
              <a:defRPr sz="900"/>
            </a:lvl4pPr>
            <a:lvl5pPr marL="772716" indent="0">
              <a:buNone/>
              <a:defRPr sz="9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0" name="Content Placeholder 5">
            <a:extLst>
              <a:ext uri="{FF2B5EF4-FFF2-40B4-BE49-F238E27FC236}">
                <a16:creationId xmlns:a16="http://schemas.microsoft.com/office/drawing/2014/main" id="{1ED14471-8D80-EDBB-438D-D73A645E5E3D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7249380" y="2619496"/>
            <a:ext cx="1473620" cy="774571"/>
          </a:xfrm>
        </p:spPr>
        <p:txBody>
          <a:bodyPr/>
          <a:lstStyle>
            <a:lvl1pPr marL="0" indent="0" algn="ctr">
              <a:lnSpc>
                <a:spcPct val="100000"/>
              </a:lnSpc>
              <a:spcAft>
                <a:spcPts val="450"/>
              </a:spcAft>
              <a:buNone/>
              <a:defRPr sz="1200"/>
            </a:lvl1pPr>
            <a:lvl2pPr marL="214313" indent="0" algn="ctr">
              <a:lnSpc>
                <a:spcPct val="100000"/>
              </a:lnSpc>
              <a:spcAft>
                <a:spcPts val="450"/>
              </a:spcAft>
              <a:buNone/>
              <a:defRPr sz="1200"/>
            </a:lvl2pPr>
            <a:lvl3pPr marL="471488" indent="0" algn="ctr">
              <a:lnSpc>
                <a:spcPct val="100000"/>
              </a:lnSpc>
              <a:spcAft>
                <a:spcPts val="450"/>
              </a:spcAft>
              <a:buNone/>
              <a:defRPr sz="1200"/>
            </a:lvl3pPr>
            <a:lvl4pPr marL="644129" indent="0">
              <a:buNone/>
              <a:defRPr sz="900"/>
            </a:lvl4pPr>
            <a:lvl5pPr marL="772716" indent="0">
              <a:buNone/>
              <a:defRPr sz="9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AD5D51-461F-4BF3-B83C-3319F4FEFF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676641"/>
            <a:ext cx="8229600" cy="42473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Five-column layout with icons and subtitle (no titles)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DEB3A35-9813-4635-AE9D-3B9F6CA5316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628650" y="5214938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685800" rtl="0" eaLnBrk="1" latinLnBrk="0" hangingPunct="1">
              <a:defRPr sz="675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B1EF3D5-2436-9240-B6D0-2048A71FFF33}" type="datetime1">
              <a:rPr lang="en-US" smtClean="0"/>
              <a:pPr/>
              <a:t>1/16/2026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2617FC00-CD62-4B48-80A6-4E68401E96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028950" y="5214938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685800" rtl="0" eaLnBrk="1" latinLnBrk="0" hangingPunct="1">
              <a:defRPr sz="675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1F0D3C1B-0D24-4BCA-810C-31D050008A6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834CDD4-D76F-4459-B025-0310E913C2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2" name="Content Placeholder 16">
            <a:extLst>
              <a:ext uri="{FF2B5EF4-FFF2-40B4-BE49-F238E27FC236}">
                <a16:creationId xmlns:a16="http://schemas.microsoft.com/office/drawing/2014/main" id="{A94A2542-4EB3-C9D2-DD91-8A1ECCB4441D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743632" y="1849453"/>
            <a:ext cx="766790" cy="466281"/>
          </a:xfrm>
        </p:spPr>
        <p:txBody>
          <a:bodyPr/>
          <a:lstStyle>
            <a:lvl1pPr marL="0" indent="0">
              <a:buNone/>
              <a:defRPr sz="900"/>
            </a:lvl1pPr>
            <a:lvl2pPr marL="214313" indent="0">
              <a:buNone/>
              <a:defRPr/>
            </a:lvl2pPr>
            <a:lvl3pPr marL="471488" indent="0">
              <a:buNone/>
              <a:defRPr/>
            </a:lvl3pPr>
            <a:lvl4pPr marL="644129" indent="0">
              <a:buNone/>
              <a:defRPr/>
            </a:lvl4pPr>
            <a:lvl5pPr marL="772716" indent="0">
              <a:buNone/>
              <a:defRPr/>
            </a:lvl5pPr>
          </a:lstStyle>
          <a:p>
            <a:pPr lvl="0"/>
            <a:r>
              <a:rPr lang="en-US" dirty="0"/>
              <a:t>Click photo icon to add icon</a:t>
            </a:r>
          </a:p>
        </p:txBody>
      </p:sp>
      <p:sp>
        <p:nvSpPr>
          <p:cNvPr id="23" name="Content Placeholder 16">
            <a:extLst>
              <a:ext uri="{FF2B5EF4-FFF2-40B4-BE49-F238E27FC236}">
                <a16:creationId xmlns:a16="http://schemas.microsoft.com/office/drawing/2014/main" id="{AB8088A4-DA27-4494-908E-A8EC9D675E49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2457279" y="1849453"/>
            <a:ext cx="766790" cy="466281"/>
          </a:xfrm>
        </p:spPr>
        <p:txBody>
          <a:bodyPr/>
          <a:lstStyle>
            <a:lvl1pPr marL="0" indent="0">
              <a:buNone/>
              <a:defRPr sz="900"/>
            </a:lvl1pPr>
            <a:lvl2pPr marL="214313" indent="0">
              <a:buNone/>
              <a:defRPr/>
            </a:lvl2pPr>
            <a:lvl3pPr marL="471488" indent="0">
              <a:buNone/>
              <a:defRPr/>
            </a:lvl3pPr>
            <a:lvl4pPr marL="644129" indent="0">
              <a:buNone/>
              <a:defRPr/>
            </a:lvl4pPr>
            <a:lvl5pPr marL="772716" indent="0">
              <a:buNone/>
              <a:defRPr/>
            </a:lvl5pPr>
          </a:lstStyle>
          <a:p>
            <a:pPr lvl="0"/>
            <a:r>
              <a:rPr lang="en-US" dirty="0"/>
              <a:t>Click photo icon to add icon</a:t>
            </a:r>
          </a:p>
        </p:txBody>
      </p:sp>
      <p:sp>
        <p:nvSpPr>
          <p:cNvPr id="24" name="Content Placeholder 16">
            <a:extLst>
              <a:ext uri="{FF2B5EF4-FFF2-40B4-BE49-F238E27FC236}">
                <a16:creationId xmlns:a16="http://schemas.microsoft.com/office/drawing/2014/main" id="{3D3AB58B-43AC-15CE-2ACB-07C3D1892798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4175524" y="1849452"/>
            <a:ext cx="766790" cy="466281"/>
          </a:xfrm>
        </p:spPr>
        <p:txBody>
          <a:bodyPr/>
          <a:lstStyle>
            <a:lvl1pPr marL="0" indent="0">
              <a:buNone/>
              <a:defRPr sz="900"/>
            </a:lvl1pPr>
            <a:lvl2pPr marL="214313" indent="0">
              <a:buNone/>
              <a:defRPr/>
            </a:lvl2pPr>
            <a:lvl3pPr marL="471488" indent="0">
              <a:buNone/>
              <a:defRPr/>
            </a:lvl3pPr>
            <a:lvl4pPr marL="644129" indent="0">
              <a:buNone/>
              <a:defRPr/>
            </a:lvl4pPr>
            <a:lvl5pPr marL="772716" indent="0">
              <a:buNone/>
              <a:defRPr/>
            </a:lvl5pPr>
          </a:lstStyle>
          <a:p>
            <a:pPr lvl="0"/>
            <a:r>
              <a:rPr lang="en-US" dirty="0"/>
              <a:t>Click photo icon to add icon</a:t>
            </a:r>
          </a:p>
        </p:txBody>
      </p:sp>
      <p:sp>
        <p:nvSpPr>
          <p:cNvPr id="25" name="Content Placeholder 16">
            <a:extLst>
              <a:ext uri="{FF2B5EF4-FFF2-40B4-BE49-F238E27FC236}">
                <a16:creationId xmlns:a16="http://schemas.microsoft.com/office/drawing/2014/main" id="{A0365432-E0C8-C839-7699-1AF05B54ED43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5889172" y="1849452"/>
            <a:ext cx="766790" cy="466281"/>
          </a:xfrm>
        </p:spPr>
        <p:txBody>
          <a:bodyPr/>
          <a:lstStyle>
            <a:lvl1pPr marL="0" indent="0">
              <a:buNone/>
              <a:defRPr sz="900"/>
            </a:lvl1pPr>
            <a:lvl2pPr marL="214313" indent="0">
              <a:buNone/>
              <a:defRPr/>
            </a:lvl2pPr>
            <a:lvl3pPr marL="471488" indent="0">
              <a:buNone/>
              <a:defRPr/>
            </a:lvl3pPr>
            <a:lvl4pPr marL="644129" indent="0">
              <a:buNone/>
              <a:defRPr/>
            </a:lvl4pPr>
            <a:lvl5pPr marL="772716" indent="0">
              <a:buNone/>
              <a:defRPr/>
            </a:lvl5pPr>
          </a:lstStyle>
          <a:p>
            <a:pPr lvl="0"/>
            <a:r>
              <a:rPr lang="en-US" dirty="0"/>
              <a:t>Click photo icon to add icon</a:t>
            </a:r>
          </a:p>
        </p:txBody>
      </p:sp>
      <p:sp>
        <p:nvSpPr>
          <p:cNvPr id="26" name="Content Placeholder 16">
            <a:extLst>
              <a:ext uri="{FF2B5EF4-FFF2-40B4-BE49-F238E27FC236}">
                <a16:creationId xmlns:a16="http://schemas.microsoft.com/office/drawing/2014/main" id="{5BFE59E8-0170-5919-8EF6-E7EA10DE998B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7602820" y="1849452"/>
            <a:ext cx="766790" cy="466281"/>
          </a:xfrm>
        </p:spPr>
        <p:txBody>
          <a:bodyPr/>
          <a:lstStyle>
            <a:lvl1pPr marL="0" indent="0">
              <a:buNone/>
              <a:defRPr sz="900"/>
            </a:lvl1pPr>
            <a:lvl2pPr marL="214313" indent="0">
              <a:buNone/>
              <a:defRPr/>
            </a:lvl2pPr>
            <a:lvl3pPr marL="471488" indent="0">
              <a:buNone/>
              <a:defRPr/>
            </a:lvl3pPr>
            <a:lvl4pPr marL="644129" indent="0">
              <a:buNone/>
              <a:defRPr/>
            </a:lvl4pPr>
            <a:lvl5pPr marL="772716" indent="0">
              <a:buNone/>
              <a:defRPr/>
            </a:lvl5pPr>
          </a:lstStyle>
          <a:p>
            <a:pPr lvl="0"/>
            <a:r>
              <a:rPr lang="en-US" dirty="0"/>
              <a:t>Click photo icon to add icon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F0F78A-736A-E737-8FFF-FB0B58828FF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1068545"/>
            <a:ext cx="8229600" cy="30008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225"/>
              </a:spcAft>
              <a:buNone/>
              <a:defRPr sz="1350" b="0" i="0" cap="none" spc="0" baseline="0"/>
            </a:lvl1pPr>
          </a:lstStyle>
          <a:p>
            <a:pPr lvl="0"/>
            <a:r>
              <a:rPr lang="en-US" dirty="0"/>
              <a:t>Enter subtitle</a:t>
            </a:r>
          </a:p>
        </p:txBody>
      </p:sp>
    </p:spTree>
    <p:extLst>
      <p:ext uri="{BB962C8B-B14F-4D97-AF65-F5344CB8AC3E}">
        <p14:creationId xmlns:p14="http://schemas.microsoft.com/office/powerpoint/2010/main" val="318177224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1344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-column layout with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D5D51-461F-4BF3-B83C-3319F4FEFF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676641"/>
            <a:ext cx="8229600" cy="42473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Six-column layout with icons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CA65A-3F20-4CCD-AE7B-297E975BC0E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90217" y="2376621"/>
            <a:ext cx="1281419" cy="424732"/>
          </a:xfrm>
        </p:spPr>
        <p:txBody>
          <a:bodyPr anchor="t"/>
          <a:lstStyle>
            <a:lvl1pPr marL="0" indent="0">
              <a:buNone/>
              <a:defRPr sz="12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BED614-1324-4FC8-94DC-2BB58446A18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0219" y="2619495"/>
            <a:ext cx="1281419" cy="774571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450"/>
              </a:spcAft>
              <a:buNone/>
              <a:defRPr sz="1200"/>
            </a:lvl1pPr>
            <a:lvl2pPr marL="214313" indent="0">
              <a:lnSpc>
                <a:spcPct val="100000"/>
              </a:lnSpc>
              <a:spcAft>
                <a:spcPts val="450"/>
              </a:spcAft>
              <a:buNone/>
              <a:defRPr sz="1200"/>
            </a:lvl2pPr>
            <a:lvl3pPr marL="471488" indent="0">
              <a:lnSpc>
                <a:spcPct val="100000"/>
              </a:lnSpc>
              <a:spcAft>
                <a:spcPts val="450"/>
              </a:spcAft>
              <a:buNone/>
              <a:defRPr sz="1200"/>
            </a:lvl3pPr>
            <a:lvl4pPr marL="644129" indent="0">
              <a:buNone/>
              <a:defRPr sz="900"/>
            </a:lvl4pPr>
            <a:lvl5pPr marL="772716" indent="0">
              <a:buNone/>
              <a:defRPr sz="9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DEB3A35-9813-4635-AE9D-3B9F6CA5316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628650" y="5214938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685800" rtl="0" eaLnBrk="1" latinLnBrk="0" hangingPunct="1">
              <a:defRPr sz="675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B1EF3D5-2436-9240-B6D0-2048A71FFF33}" type="datetime1">
              <a:rPr lang="en-US" smtClean="0"/>
              <a:pPr/>
              <a:t>1/16/2026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2617FC00-CD62-4B48-80A6-4E68401E96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028950" y="5214938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685800" rtl="0" eaLnBrk="1" latinLnBrk="0" hangingPunct="1">
              <a:defRPr sz="675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1F0D3C1B-0D24-4BCA-810C-31D050008A6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2" name="Content Placeholder 16">
            <a:extLst>
              <a:ext uri="{FF2B5EF4-FFF2-40B4-BE49-F238E27FC236}">
                <a16:creationId xmlns:a16="http://schemas.microsoft.com/office/drawing/2014/main" id="{A94A2542-4EB3-C9D2-DD91-8A1ECCB4441D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647531" y="1603873"/>
            <a:ext cx="766790" cy="466281"/>
          </a:xfrm>
        </p:spPr>
        <p:txBody>
          <a:bodyPr/>
          <a:lstStyle>
            <a:lvl1pPr marL="0" indent="0">
              <a:buNone/>
              <a:defRPr sz="900"/>
            </a:lvl1pPr>
            <a:lvl2pPr marL="214313" indent="0">
              <a:buNone/>
              <a:defRPr/>
            </a:lvl2pPr>
            <a:lvl3pPr marL="471488" indent="0">
              <a:buNone/>
              <a:defRPr/>
            </a:lvl3pPr>
            <a:lvl4pPr marL="644129" indent="0">
              <a:buNone/>
              <a:defRPr/>
            </a:lvl4pPr>
            <a:lvl5pPr marL="772716" indent="0">
              <a:buNone/>
              <a:defRPr/>
            </a:lvl5pPr>
          </a:lstStyle>
          <a:p>
            <a:pPr lvl="0"/>
            <a:r>
              <a:rPr lang="en-US" dirty="0"/>
              <a:t>Click photo icon to add icon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10ABDD5C-2E16-EE5B-D330-5EFF1BD542D9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1800964" y="2376621"/>
            <a:ext cx="1281419" cy="424732"/>
          </a:xfrm>
        </p:spPr>
        <p:txBody>
          <a:bodyPr anchor="t"/>
          <a:lstStyle>
            <a:lvl1pPr marL="0" indent="0">
              <a:buNone/>
              <a:defRPr sz="12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1286A802-042C-022D-8427-4061C2412E10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1800966" y="2619495"/>
            <a:ext cx="1281419" cy="774571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450"/>
              </a:spcAft>
              <a:buNone/>
              <a:defRPr sz="1200"/>
            </a:lvl1pPr>
            <a:lvl2pPr marL="214313" indent="0">
              <a:lnSpc>
                <a:spcPct val="100000"/>
              </a:lnSpc>
              <a:spcAft>
                <a:spcPts val="450"/>
              </a:spcAft>
              <a:buNone/>
              <a:defRPr sz="1200"/>
            </a:lvl2pPr>
            <a:lvl3pPr marL="471488" indent="0">
              <a:lnSpc>
                <a:spcPct val="100000"/>
              </a:lnSpc>
              <a:spcAft>
                <a:spcPts val="450"/>
              </a:spcAft>
              <a:buNone/>
              <a:defRPr sz="1200"/>
            </a:lvl3pPr>
            <a:lvl4pPr marL="644129" indent="0">
              <a:buNone/>
              <a:defRPr sz="900"/>
            </a:lvl4pPr>
            <a:lvl5pPr marL="772716" indent="0">
              <a:buNone/>
              <a:defRPr sz="9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6" name="Content Placeholder 16">
            <a:extLst>
              <a:ext uri="{FF2B5EF4-FFF2-40B4-BE49-F238E27FC236}">
                <a16:creationId xmlns:a16="http://schemas.microsoft.com/office/drawing/2014/main" id="{F5C475A0-3F8B-C51A-73C2-BBA238FCFB5A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2058278" y="1603873"/>
            <a:ext cx="766790" cy="466281"/>
          </a:xfrm>
        </p:spPr>
        <p:txBody>
          <a:bodyPr/>
          <a:lstStyle>
            <a:lvl1pPr marL="0" indent="0">
              <a:buNone/>
              <a:defRPr sz="900"/>
            </a:lvl1pPr>
            <a:lvl2pPr marL="214313" indent="0">
              <a:buNone/>
              <a:defRPr/>
            </a:lvl2pPr>
            <a:lvl3pPr marL="471488" indent="0">
              <a:buNone/>
              <a:defRPr/>
            </a:lvl3pPr>
            <a:lvl4pPr marL="644129" indent="0">
              <a:buNone/>
              <a:defRPr/>
            </a:lvl4pPr>
            <a:lvl5pPr marL="772716" indent="0">
              <a:buNone/>
              <a:defRPr/>
            </a:lvl5pPr>
          </a:lstStyle>
          <a:p>
            <a:pPr lvl="0"/>
            <a:r>
              <a:rPr lang="en-US" dirty="0"/>
              <a:t>Click photo icon to add icon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2582A9E7-B8EF-BE9B-DB9B-8B846F6B7DD0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211710" y="2376621"/>
            <a:ext cx="1281419" cy="424732"/>
          </a:xfrm>
        </p:spPr>
        <p:txBody>
          <a:bodyPr anchor="t"/>
          <a:lstStyle>
            <a:lvl1pPr marL="0" indent="0">
              <a:buNone/>
              <a:defRPr sz="12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A01C69B1-7B58-6096-0230-8842D5496587}"/>
              </a:ext>
            </a:extLst>
          </p:cNvPr>
          <p:cNvSpPr>
            <a:spLocks noGrp="1"/>
          </p:cNvSpPr>
          <p:nvPr>
            <p:ph sz="half" idx="31" hasCustomPrompt="1"/>
          </p:nvPr>
        </p:nvSpPr>
        <p:spPr>
          <a:xfrm>
            <a:off x="3211711" y="2619495"/>
            <a:ext cx="1281419" cy="774571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450"/>
              </a:spcAft>
              <a:buNone/>
              <a:defRPr sz="1200"/>
            </a:lvl1pPr>
            <a:lvl2pPr marL="214313" indent="0">
              <a:lnSpc>
                <a:spcPct val="100000"/>
              </a:lnSpc>
              <a:spcAft>
                <a:spcPts val="450"/>
              </a:spcAft>
              <a:buNone/>
              <a:defRPr sz="1200"/>
            </a:lvl2pPr>
            <a:lvl3pPr marL="471488" indent="0">
              <a:lnSpc>
                <a:spcPct val="100000"/>
              </a:lnSpc>
              <a:spcAft>
                <a:spcPts val="450"/>
              </a:spcAft>
              <a:buNone/>
              <a:defRPr sz="1200"/>
            </a:lvl3pPr>
            <a:lvl4pPr marL="644129" indent="0">
              <a:buNone/>
              <a:defRPr sz="900"/>
            </a:lvl4pPr>
            <a:lvl5pPr marL="772716" indent="0">
              <a:buNone/>
              <a:defRPr sz="9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1" name="Content Placeholder 16">
            <a:extLst>
              <a:ext uri="{FF2B5EF4-FFF2-40B4-BE49-F238E27FC236}">
                <a16:creationId xmlns:a16="http://schemas.microsoft.com/office/drawing/2014/main" id="{3168057A-A32C-72AB-F3AB-37CFD128DDA0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3469024" y="1603873"/>
            <a:ext cx="766790" cy="466281"/>
          </a:xfrm>
        </p:spPr>
        <p:txBody>
          <a:bodyPr/>
          <a:lstStyle>
            <a:lvl1pPr marL="0" indent="0">
              <a:buNone/>
              <a:defRPr sz="900"/>
            </a:lvl1pPr>
            <a:lvl2pPr marL="214313" indent="0">
              <a:buNone/>
              <a:defRPr/>
            </a:lvl2pPr>
            <a:lvl3pPr marL="471488" indent="0">
              <a:buNone/>
              <a:defRPr/>
            </a:lvl3pPr>
            <a:lvl4pPr marL="644129" indent="0">
              <a:buNone/>
              <a:defRPr/>
            </a:lvl4pPr>
            <a:lvl5pPr marL="772716" indent="0">
              <a:buNone/>
              <a:defRPr/>
            </a:lvl5pPr>
          </a:lstStyle>
          <a:p>
            <a:pPr lvl="0"/>
            <a:r>
              <a:rPr lang="en-US" dirty="0"/>
              <a:t>Click photo icon to add icon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5D7D4156-FD58-DD61-6A47-4E0BEC79813F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4621316" y="2376621"/>
            <a:ext cx="1281419" cy="424732"/>
          </a:xfrm>
        </p:spPr>
        <p:txBody>
          <a:bodyPr anchor="t"/>
          <a:lstStyle>
            <a:lvl1pPr marL="0" indent="0">
              <a:buNone/>
              <a:defRPr sz="12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6CD5BC9C-3504-69B9-AA07-BB30D7277D91}"/>
              </a:ext>
            </a:extLst>
          </p:cNvPr>
          <p:cNvSpPr>
            <a:spLocks noGrp="1"/>
          </p:cNvSpPr>
          <p:nvPr>
            <p:ph sz="half" idx="34" hasCustomPrompt="1"/>
          </p:nvPr>
        </p:nvSpPr>
        <p:spPr>
          <a:xfrm>
            <a:off x="4621318" y="2619495"/>
            <a:ext cx="1281419" cy="774571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450"/>
              </a:spcAft>
              <a:buNone/>
              <a:defRPr sz="1200"/>
            </a:lvl1pPr>
            <a:lvl2pPr marL="214313" indent="0">
              <a:lnSpc>
                <a:spcPct val="100000"/>
              </a:lnSpc>
              <a:spcAft>
                <a:spcPts val="450"/>
              </a:spcAft>
              <a:buNone/>
              <a:defRPr sz="1200"/>
            </a:lvl2pPr>
            <a:lvl3pPr marL="471488" indent="0">
              <a:lnSpc>
                <a:spcPct val="100000"/>
              </a:lnSpc>
              <a:spcAft>
                <a:spcPts val="450"/>
              </a:spcAft>
              <a:buNone/>
              <a:defRPr sz="1200"/>
            </a:lvl3pPr>
            <a:lvl4pPr marL="644129" indent="0">
              <a:buNone/>
              <a:defRPr sz="900"/>
            </a:lvl4pPr>
            <a:lvl5pPr marL="772716" indent="0">
              <a:buNone/>
              <a:defRPr sz="9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9" name="Content Placeholder 16">
            <a:extLst>
              <a:ext uri="{FF2B5EF4-FFF2-40B4-BE49-F238E27FC236}">
                <a16:creationId xmlns:a16="http://schemas.microsoft.com/office/drawing/2014/main" id="{7004CD50-D665-9A32-CEC1-9B88BB41013B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4878630" y="1603873"/>
            <a:ext cx="766790" cy="466281"/>
          </a:xfrm>
        </p:spPr>
        <p:txBody>
          <a:bodyPr/>
          <a:lstStyle>
            <a:lvl1pPr marL="0" indent="0">
              <a:buNone/>
              <a:defRPr sz="900"/>
            </a:lvl1pPr>
            <a:lvl2pPr marL="214313" indent="0">
              <a:buNone/>
              <a:defRPr/>
            </a:lvl2pPr>
            <a:lvl3pPr marL="471488" indent="0">
              <a:buNone/>
              <a:defRPr/>
            </a:lvl3pPr>
            <a:lvl4pPr marL="644129" indent="0">
              <a:buNone/>
              <a:defRPr/>
            </a:lvl4pPr>
            <a:lvl5pPr marL="772716" indent="0">
              <a:buNone/>
              <a:defRPr/>
            </a:lvl5pPr>
          </a:lstStyle>
          <a:p>
            <a:pPr lvl="0"/>
            <a:r>
              <a:rPr lang="en-US" dirty="0"/>
              <a:t>Click photo icon to add icon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FB573656-BAA6-57F0-1572-D534390993AE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6030921" y="2376621"/>
            <a:ext cx="1281419" cy="424732"/>
          </a:xfrm>
        </p:spPr>
        <p:txBody>
          <a:bodyPr anchor="t"/>
          <a:lstStyle>
            <a:lvl1pPr marL="0" indent="0">
              <a:buNone/>
              <a:defRPr sz="12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31" name="Content Placeholder 3">
            <a:extLst>
              <a:ext uri="{FF2B5EF4-FFF2-40B4-BE49-F238E27FC236}">
                <a16:creationId xmlns:a16="http://schemas.microsoft.com/office/drawing/2014/main" id="{4F99FF06-68DE-6B6A-5E09-53F475B0CDF2}"/>
              </a:ext>
            </a:extLst>
          </p:cNvPr>
          <p:cNvSpPr>
            <a:spLocks noGrp="1"/>
          </p:cNvSpPr>
          <p:nvPr>
            <p:ph sz="half" idx="37" hasCustomPrompt="1"/>
          </p:nvPr>
        </p:nvSpPr>
        <p:spPr>
          <a:xfrm>
            <a:off x="6030922" y="2619495"/>
            <a:ext cx="1281419" cy="774571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450"/>
              </a:spcAft>
              <a:buNone/>
              <a:defRPr sz="1200"/>
            </a:lvl1pPr>
            <a:lvl2pPr marL="214313" indent="0">
              <a:lnSpc>
                <a:spcPct val="100000"/>
              </a:lnSpc>
              <a:spcAft>
                <a:spcPts val="450"/>
              </a:spcAft>
              <a:buNone/>
              <a:defRPr sz="1200"/>
            </a:lvl2pPr>
            <a:lvl3pPr marL="471488" indent="0">
              <a:lnSpc>
                <a:spcPct val="100000"/>
              </a:lnSpc>
              <a:spcAft>
                <a:spcPts val="450"/>
              </a:spcAft>
              <a:buNone/>
              <a:defRPr sz="1200"/>
            </a:lvl3pPr>
            <a:lvl4pPr marL="644129" indent="0">
              <a:buNone/>
              <a:defRPr sz="900"/>
            </a:lvl4pPr>
            <a:lvl5pPr marL="772716" indent="0">
              <a:buNone/>
              <a:defRPr sz="9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2" name="Content Placeholder 16">
            <a:extLst>
              <a:ext uri="{FF2B5EF4-FFF2-40B4-BE49-F238E27FC236}">
                <a16:creationId xmlns:a16="http://schemas.microsoft.com/office/drawing/2014/main" id="{EB6E1F16-C66F-5AB3-698E-D834D7A261F2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6288235" y="1603873"/>
            <a:ext cx="766790" cy="466281"/>
          </a:xfrm>
        </p:spPr>
        <p:txBody>
          <a:bodyPr/>
          <a:lstStyle>
            <a:lvl1pPr marL="0" indent="0">
              <a:buNone/>
              <a:defRPr sz="900"/>
            </a:lvl1pPr>
            <a:lvl2pPr marL="214313" indent="0">
              <a:buNone/>
              <a:defRPr/>
            </a:lvl2pPr>
            <a:lvl3pPr marL="471488" indent="0">
              <a:buNone/>
              <a:defRPr/>
            </a:lvl3pPr>
            <a:lvl4pPr marL="644129" indent="0">
              <a:buNone/>
              <a:defRPr/>
            </a:lvl4pPr>
            <a:lvl5pPr marL="772716" indent="0">
              <a:buNone/>
              <a:defRPr/>
            </a:lvl5pPr>
          </a:lstStyle>
          <a:p>
            <a:pPr lvl="0"/>
            <a:r>
              <a:rPr lang="en-US" dirty="0"/>
              <a:t>Click photo icon to add icon</a:t>
            </a: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93C0D369-3121-28C6-798F-D7C2E7257D9A}"/>
              </a:ext>
            </a:extLst>
          </p:cNvPr>
          <p:cNvSpPr>
            <a:spLocks noGrp="1"/>
          </p:cNvSpPr>
          <p:nvPr>
            <p:ph type="body" idx="39" hasCustomPrompt="1"/>
          </p:nvPr>
        </p:nvSpPr>
        <p:spPr>
          <a:xfrm>
            <a:off x="7440527" y="2376621"/>
            <a:ext cx="1281419" cy="424732"/>
          </a:xfrm>
        </p:spPr>
        <p:txBody>
          <a:bodyPr anchor="t"/>
          <a:lstStyle>
            <a:lvl1pPr marL="0" indent="0">
              <a:buNone/>
              <a:defRPr sz="12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34" name="Content Placeholder 3">
            <a:extLst>
              <a:ext uri="{FF2B5EF4-FFF2-40B4-BE49-F238E27FC236}">
                <a16:creationId xmlns:a16="http://schemas.microsoft.com/office/drawing/2014/main" id="{B777F8A2-5677-1740-3274-9D4323E27D7E}"/>
              </a:ext>
            </a:extLst>
          </p:cNvPr>
          <p:cNvSpPr>
            <a:spLocks noGrp="1"/>
          </p:cNvSpPr>
          <p:nvPr>
            <p:ph sz="half" idx="40" hasCustomPrompt="1"/>
          </p:nvPr>
        </p:nvSpPr>
        <p:spPr>
          <a:xfrm>
            <a:off x="7440529" y="2619495"/>
            <a:ext cx="1281419" cy="774571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450"/>
              </a:spcAft>
              <a:buNone/>
              <a:defRPr sz="1200"/>
            </a:lvl1pPr>
            <a:lvl2pPr marL="214313" indent="0">
              <a:lnSpc>
                <a:spcPct val="100000"/>
              </a:lnSpc>
              <a:spcAft>
                <a:spcPts val="450"/>
              </a:spcAft>
              <a:buNone/>
              <a:defRPr sz="1200"/>
            </a:lvl2pPr>
            <a:lvl3pPr marL="471488" indent="0">
              <a:lnSpc>
                <a:spcPct val="100000"/>
              </a:lnSpc>
              <a:spcAft>
                <a:spcPts val="450"/>
              </a:spcAft>
              <a:buNone/>
              <a:defRPr sz="1200"/>
            </a:lvl3pPr>
            <a:lvl4pPr marL="644129" indent="0">
              <a:buNone/>
              <a:defRPr sz="900"/>
            </a:lvl4pPr>
            <a:lvl5pPr marL="772716" indent="0">
              <a:buNone/>
              <a:defRPr sz="9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5" name="Content Placeholder 16">
            <a:extLst>
              <a:ext uri="{FF2B5EF4-FFF2-40B4-BE49-F238E27FC236}">
                <a16:creationId xmlns:a16="http://schemas.microsoft.com/office/drawing/2014/main" id="{31EDCBAF-5753-094A-E420-A89B015C60A7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7697841" y="1603873"/>
            <a:ext cx="766790" cy="466281"/>
          </a:xfrm>
        </p:spPr>
        <p:txBody>
          <a:bodyPr/>
          <a:lstStyle>
            <a:lvl1pPr marL="0" indent="0">
              <a:buNone/>
              <a:defRPr sz="900"/>
            </a:lvl1pPr>
            <a:lvl2pPr marL="214313" indent="0">
              <a:buNone/>
              <a:defRPr/>
            </a:lvl2pPr>
            <a:lvl3pPr marL="471488" indent="0">
              <a:buNone/>
              <a:defRPr/>
            </a:lvl3pPr>
            <a:lvl4pPr marL="644129" indent="0">
              <a:buNone/>
              <a:defRPr/>
            </a:lvl4pPr>
            <a:lvl5pPr marL="772716" indent="0">
              <a:buNone/>
              <a:defRPr/>
            </a:lvl5pPr>
          </a:lstStyle>
          <a:p>
            <a:pPr lvl="0"/>
            <a:r>
              <a:rPr lang="en-US" dirty="0"/>
              <a:t>Click photo icon to add icon</a:t>
            </a:r>
          </a:p>
        </p:txBody>
      </p:sp>
    </p:spTree>
    <p:extLst>
      <p:ext uri="{BB962C8B-B14F-4D97-AF65-F5344CB8AC3E}">
        <p14:creationId xmlns:p14="http://schemas.microsoft.com/office/powerpoint/2010/main" val="18711218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44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-column layout with icons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CA65A-3F20-4CCD-AE7B-297E975BC0E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90217" y="2376621"/>
            <a:ext cx="1281419" cy="424732"/>
          </a:xfrm>
        </p:spPr>
        <p:txBody>
          <a:bodyPr anchor="t"/>
          <a:lstStyle>
            <a:lvl1pPr marL="0" indent="0">
              <a:buNone/>
              <a:defRPr sz="12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BED614-1324-4FC8-94DC-2BB58446A18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0219" y="2619495"/>
            <a:ext cx="1281419" cy="774571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450"/>
              </a:spcAft>
              <a:buNone/>
              <a:defRPr sz="1200"/>
            </a:lvl1pPr>
            <a:lvl2pPr marL="214313" indent="0">
              <a:lnSpc>
                <a:spcPct val="100000"/>
              </a:lnSpc>
              <a:spcAft>
                <a:spcPts val="450"/>
              </a:spcAft>
              <a:buNone/>
              <a:defRPr sz="1200"/>
            </a:lvl2pPr>
            <a:lvl3pPr marL="471488" indent="0">
              <a:lnSpc>
                <a:spcPct val="100000"/>
              </a:lnSpc>
              <a:spcAft>
                <a:spcPts val="450"/>
              </a:spcAft>
              <a:buNone/>
              <a:defRPr sz="1200"/>
            </a:lvl3pPr>
            <a:lvl4pPr marL="644129" indent="0">
              <a:buNone/>
              <a:defRPr sz="900"/>
            </a:lvl4pPr>
            <a:lvl5pPr marL="772716" indent="0">
              <a:buNone/>
              <a:defRPr sz="9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DEB3A35-9813-4635-AE9D-3B9F6CA5316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628650" y="5214938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685800" rtl="0" eaLnBrk="1" latinLnBrk="0" hangingPunct="1">
              <a:defRPr sz="675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B1EF3D5-2436-9240-B6D0-2048A71FFF33}" type="datetime1">
              <a:rPr lang="en-US" smtClean="0"/>
              <a:pPr/>
              <a:t>1/16/2026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2617FC00-CD62-4B48-80A6-4E68401E96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028950" y="5214938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685800" rtl="0" eaLnBrk="1" latinLnBrk="0" hangingPunct="1">
              <a:defRPr sz="675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1F0D3C1B-0D24-4BCA-810C-31D050008A6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2" name="Content Placeholder 16">
            <a:extLst>
              <a:ext uri="{FF2B5EF4-FFF2-40B4-BE49-F238E27FC236}">
                <a16:creationId xmlns:a16="http://schemas.microsoft.com/office/drawing/2014/main" id="{A94A2542-4EB3-C9D2-DD91-8A1ECCB4441D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647531" y="1603873"/>
            <a:ext cx="766790" cy="466281"/>
          </a:xfrm>
        </p:spPr>
        <p:txBody>
          <a:bodyPr/>
          <a:lstStyle>
            <a:lvl1pPr marL="0" indent="0">
              <a:buNone/>
              <a:defRPr sz="900"/>
            </a:lvl1pPr>
            <a:lvl2pPr marL="214313" indent="0">
              <a:buNone/>
              <a:defRPr/>
            </a:lvl2pPr>
            <a:lvl3pPr marL="471488" indent="0">
              <a:buNone/>
              <a:defRPr/>
            </a:lvl3pPr>
            <a:lvl4pPr marL="644129" indent="0">
              <a:buNone/>
              <a:defRPr/>
            </a:lvl4pPr>
            <a:lvl5pPr marL="772716" indent="0">
              <a:buNone/>
              <a:defRPr/>
            </a:lvl5pPr>
          </a:lstStyle>
          <a:p>
            <a:pPr lvl="0"/>
            <a:r>
              <a:rPr lang="en-US" dirty="0"/>
              <a:t>Click photo icon to add icon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10ABDD5C-2E16-EE5B-D330-5EFF1BD542D9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1800964" y="2376621"/>
            <a:ext cx="1281419" cy="424732"/>
          </a:xfrm>
        </p:spPr>
        <p:txBody>
          <a:bodyPr anchor="t"/>
          <a:lstStyle>
            <a:lvl1pPr marL="0" indent="0">
              <a:buNone/>
              <a:defRPr sz="12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1286A802-042C-022D-8427-4061C2412E10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1800966" y="2619495"/>
            <a:ext cx="1281419" cy="774571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450"/>
              </a:spcAft>
              <a:buNone/>
              <a:defRPr sz="1200"/>
            </a:lvl1pPr>
            <a:lvl2pPr marL="214313" indent="0">
              <a:lnSpc>
                <a:spcPct val="100000"/>
              </a:lnSpc>
              <a:spcAft>
                <a:spcPts val="450"/>
              </a:spcAft>
              <a:buNone/>
              <a:defRPr sz="1200"/>
            </a:lvl2pPr>
            <a:lvl3pPr marL="471488" indent="0">
              <a:lnSpc>
                <a:spcPct val="100000"/>
              </a:lnSpc>
              <a:spcAft>
                <a:spcPts val="450"/>
              </a:spcAft>
              <a:buNone/>
              <a:defRPr sz="1200"/>
            </a:lvl3pPr>
            <a:lvl4pPr marL="644129" indent="0">
              <a:buNone/>
              <a:defRPr sz="900"/>
            </a:lvl4pPr>
            <a:lvl5pPr marL="772716" indent="0">
              <a:buNone/>
              <a:defRPr sz="9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6" name="Content Placeholder 16">
            <a:extLst>
              <a:ext uri="{FF2B5EF4-FFF2-40B4-BE49-F238E27FC236}">
                <a16:creationId xmlns:a16="http://schemas.microsoft.com/office/drawing/2014/main" id="{F5C475A0-3F8B-C51A-73C2-BBA238FCFB5A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2058278" y="1603873"/>
            <a:ext cx="766790" cy="466281"/>
          </a:xfrm>
        </p:spPr>
        <p:txBody>
          <a:bodyPr/>
          <a:lstStyle>
            <a:lvl1pPr marL="0" indent="0">
              <a:buNone/>
              <a:defRPr sz="900"/>
            </a:lvl1pPr>
            <a:lvl2pPr marL="214313" indent="0">
              <a:buNone/>
              <a:defRPr/>
            </a:lvl2pPr>
            <a:lvl3pPr marL="471488" indent="0">
              <a:buNone/>
              <a:defRPr/>
            </a:lvl3pPr>
            <a:lvl4pPr marL="644129" indent="0">
              <a:buNone/>
              <a:defRPr/>
            </a:lvl4pPr>
            <a:lvl5pPr marL="772716" indent="0">
              <a:buNone/>
              <a:defRPr/>
            </a:lvl5pPr>
          </a:lstStyle>
          <a:p>
            <a:pPr lvl="0"/>
            <a:r>
              <a:rPr lang="en-US" dirty="0"/>
              <a:t>Click photo icon to add icon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2582A9E7-B8EF-BE9B-DB9B-8B846F6B7DD0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211710" y="2376621"/>
            <a:ext cx="1281419" cy="424732"/>
          </a:xfrm>
        </p:spPr>
        <p:txBody>
          <a:bodyPr anchor="t"/>
          <a:lstStyle>
            <a:lvl1pPr marL="0" indent="0">
              <a:buNone/>
              <a:defRPr sz="12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A01C69B1-7B58-6096-0230-8842D5496587}"/>
              </a:ext>
            </a:extLst>
          </p:cNvPr>
          <p:cNvSpPr>
            <a:spLocks noGrp="1"/>
          </p:cNvSpPr>
          <p:nvPr>
            <p:ph sz="half" idx="31" hasCustomPrompt="1"/>
          </p:nvPr>
        </p:nvSpPr>
        <p:spPr>
          <a:xfrm>
            <a:off x="3211711" y="2619495"/>
            <a:ext cx="1281419" cy="774571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450"/>
              </a:spcAft>
              <a:buNone/>
              <a:defRPr sz="1200"/>
            </a:lvl1pPr>
            <a:lvl2pPr marL="214313" indent="0">
              <a:lnSpc>
                <a:spcPct val="100000"/>
              </a:lnSpc>
              <a:spcAft>
                <a:spcPts val="450"/>
              </a:spcAft>
              <a:buNone/>
              <a:defRPr sz="1200"/>
            </a:lvl2pPr>
            <a:lvl3pPr marL="471488" indent="0">
              <a:lnSpc>
                <a:spcPct val="100000"/>
              </a:lnSpc>
              <a:spcAft>
                <a:spcPts val="450"/>
              </a:spcAft>
              <a:buNone/>
              <a:defRPr sz="1200"/>
            </a:lvl3pPr>
            <a:lvl4pPr marL="644129" indent="0">
              <a:buNone/>
              <a:defRPr sz="900"/>
            </a:lvl4pPr>
            <a:lvl5pPr marL="772716" indent="0">
              <a:buNone/>
              <a:defRPr sz="9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1" name="Content Placeholder 16">
            <a:extLst>
              <a:ext uri="{FF2B5EF4-FFF2-40B4-BE49-F238E27FC236}">
                <a16:creationId xmlns:a16="http://schemas.microsoft.com/office/drawing/2014/main" id="{3168057A-A32C-72AB-F3AB-37CFD128DDA0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3469024" y="1603873"/>
            <a:ext cx="766790" cy="466281"/>
          </a:xfrm>
        </p:spPr>
        <p:txBody>
          <a:bodyPr/>
          <a:lstStyle>
            <a:lvl1pPr marL="0" indent="0">
              <a:buNone/>
              <a:defRPr sz="900"/>
            </a:lvl1pPr>
            <a:lvl2pPr marL="214313" indent="0">
              <a:buNone/>
              <a:defRPr/>
            </a:lvl2pPr>
            <a:lvl3pPr marL="471488" indent="0">
              <a:buNone/>
              <a:defRPr/>
            </a:lvl3pPr>
            <a:lvl4pPr marL="644129" indent="0">
              <a:buNone/>
              <a:defRPr/>
            </a:lvl4pPr>
            <a:lvl5pPr marL="772716" indent="0">
              <a:buNone/>
              <a:defRPr/>
            </a:lvl5pPr>
          </a:lstStyle>
          <a:p>
            <a:pPr lvl="0"/>
            <a:r>
              <a:rPr lang="en-US" dirty="0"/>
              <a:t>Click photo icon to add icon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5D7D4156-FD58-DD61-6A47-4E0BEC79813F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4621316" y="2376621"/>
            <a:ext cx="1281419" cy="424732"/>
          </a:xfrm>
        </p:spPr>
        <p:txBody>
          <a:bodyPr anchor="t"/>
          <a:lstStyle>
            <a:lvl1pPr marL="0" indent="0">
              <a:buNone/>
              <a:defRPr sz="12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6CD5BC9C-3504-69B9-AA07-BB30D7277D91}"/>
              </a:ext>
            </a:extLst>
          </p:cNvPr>
          <p:cNvSpPr>
            <a:spLocks noGrp="1"/>
          </p:cNvSpPr>
          <p:nvPr>
            <p:ph sz="half" idx="34" hasCustomPrompt="1"/>
          </p:nvPr>
        </p:nvSpPr>
        <p:spPr>
          <a:xfrm>
            <a:off x="4621318" y="2619495"/>
            <a:ext cx="1281419" cy="774571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450"/>
              </a:spcAft>
              <a:buNone/>
              <a:defRPr sz="1200"/>
            </a:lvl1pPr>
            <a:lvl2pPr marL="214313" indent="0">
              <a:lnSpc>
                <a:spcPct val="100000"/>
              </a:lnSpc>
              <a:spcAft>
                <a:spcPts val="450"/>
              </a:spcAft>
              <a:buNone/>
              <a:defRPr sz="1200"/>
            </a:lvl2pPr>
            <a:lvl3pPr marL="471488" indent="0">
              <a:lnSpc>
                <a:spcPct val="100000"/>
              </a:lnSpc>
              <a:spcAft>
                <a:spcPts val="450"/>
              </a:spcAft>
              <a:buNone/>
              <a:defRPr sz="1200"/>
            </a:lvl3pPr>
            <a:lvl4pPr marL="644129" indent="0">
              <a:buNone/>
              <a:defRPr sz="900"/>
            </a:lvl4pPr>
            <a:lvl5pPr marL="772716" indent="0">
              <a:buNone/>
              <a:defRPr sz="9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9" name="Content Placeholder 16">
            <a:extLst>
              <a:ext uri="{FF2B5EF4-FFF2-40B4-BE49-F238E27FC236}">
                <a16:creationId xmlns:a16="http://schemas.microsoft.com/office/drawing/2014/main" id="{7004CD50-D665-9A32-CEC1-9B88BB41013B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4878630" y="1603873"/>
            <a:ext cx="766790" cy="466281"/>
          </a:xfrm>
        </p:spPr>
        <p:txBody>
          <a:bodyPr/>
          <a:lstStyle>
            <a:lvl1pPr marL="0" indent="0">
              <a:buNone/>
              <a:defRPr sz="900"/>
            </a:lvl1pPr>
            <a:lvl2pPr marL="214313" indent="0">
              <a:buNone/>
              <a:defRPr/>
            </a:lvl2pPr>
            <a:lvl3pPr marL="471488" indent="0">
              <a:buNone/>
              <a:defRPr/>
            </a:lvl3pPr>
            <a:lvl4pPr marL="644129" indent="0">
              <a:buNone/>
              <a:defRPr/>
            </a:lvl4pPr>
            <a:lvl5pPr marL="772716" indent="0">
              <a:buNone/>
              <a:defRPr/>
            </a:lvl5pPr>
          </a:lstStyle>
          <a:p>
            <a:pPr lvl="0"/>
            <a:r>
              <a:rPr lang="en-US" dirty="0"/>
              <a:t>Click photo icon to add icon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FB573656-BAA6-57F0-1572-D534390993AE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6030921" y="2376621"/>
            <a:ext cx="1281419" cy="424732"/>
          </a:xfrm>
        </p:spPr>
        <p:txBody>
          <a:bodyPr anchor="t"/>
          <a:lstStyle>
            <a:lvl1pPr marL="0" indent="0">
              <a:buNone/>
              <a:defRPr sz="12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31" name="Content Placeholder 3">
            <a:extLst>
              <a:ext uri="{FF2B5EF4-FFF2-40B4-BE49-F238E27FC236}">
                <a16:creationId xmlns:a16="http://schemas.microsoft.com/office/drawing/2014/main" id="{4F99FF06-68DE-6B6A-5E09-53F475B0CDF2}"/>
              </a:ext>
            </a:extLst>
          </p:cNvPr>
          <p:cNvSpPr>
            <a:spLocks noGrp="1"/>
          </p:cNvSpPr>
          <p:nvPr>
            <p:ph sz="half" idx="37" hasCustomPrompt="1"/>
          </p:nvPr>
        </p:nvSpPr>
        <p:spPr>
          <a:xfrm>
            <a:off x="6030922" y="2619495"/>
            <a:ext cx="1281419" cy="774571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450"/>
              </a:spcAft>
              <a:buNone/>
              <a:defRPr sz="1200"/>
            </a:lvl1pPr>
            <a:lvl2pPr marL="214313" indent="0">
              <a:lnSpc>
                <a:spcPct val="100000"/>
              </a:lnSpc>
              <a:spcAft>
                <a:spcPts val="450"/>
              </a:spcAft>
              <a:buNone/>
              <a:defRPr sz="1200"/>
            </a:lvl2pPr>
            <a:lvl3pPr marL="471488" indent="0">
              <a:lnSpc>
                <a:spcPct val="100000"/>
              </a:lnSpc>
              <a:spcAft>
                <a:spcPts val="450"/>
              </a:spcAft>
              <a:buNone/>
              <a:defRPr sz="1200"/>
            </a:lvl3pPr>
            <a:lvl4pPr marL="644129" indent="0">
              <a:buNone/>
              <a:defRPr sz="900"/>
            </a:lvl4pPr>
            <a:lvl5pPr marL="772716" indent="0">
              <a:buNone/>
              <a:defRPr sz="9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2" name="Content Placeholder 16">
            <a:extLst>
              <a:ext uri="{FF2B5EF4-FFF2-40B4-BE49-F238E27FC236}">
                <a16:creationId xmlns:a16="http://schemas.microsoft.com/office/drawing/2014/main" id="{EB6E1F16-C66F-5AB3-698E-D834D7A261F2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6288235" y="1603873"/>
            <a:ext cx="766790" cy="466281"/>
          </a:xfrm>
        </p:spPr>
        <p:txBody>
          <a:bodyPr/>
          <a:lstStyle>
            <a:lvl1pPr marL="0" indent="0">
              <a:buNone/>
              <a:defRPr sz="900"/>
            </a:lvl1pPr>
            <a:lvl2pPr marL="214313" indent="0">
              <a:buNone/>
              <a:defRPr/>
            </a:lvl2pPr>
            <a:lvl3pPr marL="471488" indent="0">
              <a:buNone/>
              <a:defRPr/>
            </a:lvl3pPr>
            <a:lvl4pPr marL="644129" indent="0">
              <a:buNone/>
              <a:defRPr/>
            </a:lvl4pPr>
            <a:lvl5pPr marL="772716" indent="0">
              <a:buNone/>
              <a:defRPr/>
            </a:lvl5pPr>
          </a:lstStyle>
          <a:p>
            <a:pPr lvl="0"/>
            <a:r>
              <a:rPr lang="en-US" dirty="0"/>
              <a:t>Click photo icon to add icon</a:t>
            </a: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93C0D369-3121-28C6-798F-D7C2E7257D9A}"/>
              </a:ext>
            </a:extLst>
          </p:cNvPr>
          <p:cNvSpPr>
            <a:spLocks noGrp="1"/>
          </p:cNvSpPr>
          <p:nvPr>
            <p:ph type="body" idx="39" hasCustomPrompt="1"/>
          </p:nvPr>
        </p:nvSpPr>
        <p:spPr>
          <a:xfrm>
            <a:off x="7440527" y="2376621"/>
            <a:ext cx="1281419" cy="424732"/>
          </a:xfrm>
        </p:spPr>
        <p:txBody>
          <a:bodyPr anchor="t"/>
          <a:lstStyle>
            <a:lvl1pPr marL="0" indent="0">
              <a:buNone/>
              <a:defRPr sz="12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34" name="Content Placeholder 3">
            <a:extLst>
              <a:ext uri="{FF2B5EF4-FFF2-40B4-BE49-F238E27FC236}">
                <a16:creationId xmlns:a16="http://schemas.microsoft.com/office/drawing/2014/main" id="{B777F8A2-5677-1740-3274-9D4323E27D7E}"/>
              </a:ext>
            </a:extLst>
          </p:cNvPr>
          <p:cNvSpPr>
            <a:spLocks noGrp="1"/>
          </p:cNvSpPr>
          <p:nvPr>
            <p:ph sz="half" idx="40" hasCustomPrompt="1"/>
          </p:nvPr>
        </p:nvSpPr>
        <p:spPr>
          <a:xfrm>
            <a:off x="7440529" y="2619495"/>
            <a:ext cx="1281419" cy="774571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450"/>
              </a:spcAft>
              <a:buNone/>
              <a:defRPr sz="1200"/>
            </a:lvl1pPr>
            <a:lvl2pPr marL="214313" indent="0">
              <a:lnSpc>
                <a:spcPct val="100000"/>
              </a:lnSpc>
              <a:spcAft>
                <a:spcPts val="450"/>
              </a:spcAft>
              <a:buNone/>
              <a:defRPr sz="1200"/>
            </a:lvl2pPr>
            <a:lvl3pPr marL="471488" indent="0">
              <a:lnSpc>
                <a:spcPct val="100000"/>
              </a:lnSpc>
              <a:spcAft>
                <a:spcPts val="450"/>
              </a:spcAft>
              <a:buNone/>
              <a:defRPr sz="1200"/>
            </a:lvl3pPr>
            <a:lvl4pPr marL="644129" indent="0">
              <a:buNone/>
              <a:defRPr sz="900"/>
            </a:lvl4pPr>
            <a:lvl5pPr marL="772716" indent="0">
              <a:buNone/>
              <a:defRPr sz="9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5" name="Content Placeholder 16">
            <a:extLst>
              <a:ext uri="{FF2B5EF4-FFF2-40B4-BE49-F238E27FC236}">
                <a16:creationId xmlns:a16="http://schemas.microsoft.com/office/drawing/2014/main" id="{31EDCBAF-5753-094A-E420-A89B015C60A7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7697841" y="1603873"/>
            <a:ext cx="766790" cy="466281"/>
          </a:xfrm>
        </p:spPr>
        <p:txBody>
          <a:bodyPr/>
          <a:lstStyle>
            <a:lvl1pPr marL="0" indent="0">
              <a:buNone/>
              <a:defRPr sz="900"/>
            </a:lvl1pPr>
            <a:lvl2pPr marL="214313" indent="0">
              <a:buNone/>
              <a:defRPr/>
            </a:lvl2pPr>
            <a:lvl3pPr marL="471488" indent="0">
              <a:buNone/>
              <a:defRPr/>
            </a:lvl3pPr>
            <a:lvl4pPr marL="644129" indent="0">
              <a:buNone/>
              <a:defRPr/>
            </a:lvl4pPr>
            <a:lvl5pPr marL="772716" indent="0">
              <a:buNone/>
              <a:defRPr/>
            </a:lvl5pPr>
          </a:lstStyle>
          <a:p>
            <a:pPr lvl="0"/>
            <a:r>
              <a:rPr lang="en-US" dirty="0"/>
              <a:t>Click photo icon to add icon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87C6B48-EE62-D163-97D7-2924864BB6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676641"/>
            <a:ext cx="8229600" cy="42473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Six-column layout with icons and subtitle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91E78A1-60BA-059D-0028-12908F34B10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1068545"/>
            <a:ext cx="8229600" cy="30008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225"/>
              </a:spcAft>
              <a:buNone/>
              <a:defRPr sz="1350" b="0" i="0" cap="none" spc="0" baseline="0"/>
            </a:lvl1pPr>
          </a:lstStyle>
          <a:p>
            <a:pPr lvl="0"/>
            <a:r>
              <a:rPr lang="en-US" dirty="0"/>
              <a:t>Enter subtitle</a:t>
            </a:r>
          </a:p>
        </p:txBody>
      </p:sp>
    </p:spTree>
    <p:extLst>
      <p:ext uri="{BB962C8B-B14F-4D97-AF65-F5344CB8AC3E}">
        <p14:creationId xmlns:p14="http://schemas.microsoft.com/office/powerpoint/2010/main" val="23903606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44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-column layout with icons (no titl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D5D51-461F-4BF3-B83C-3319F4FEFF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676641"/>
            <a:ext cx="8229600" cy="42473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Six-column layout with icons (no titles)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BED614-1324-4FC8-94DC-2BB58446A18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0219" y="2619496"/>
            <a:ext cx="1281419" cy="774571"/>
          </a:xfrm>
        </p:spPr>
        <p:txBody>
          <a:bodyPr/>
          <a:lstStyle>
            <a:lvl1pPr marL="0" indent="0" algn="ctr">
              <a:lnSpc>
                <a:spcPct val="100000"/>
              </a:lnSpc>
              <a:spcAft>
                <a:spcPts val="450"/>
              </a:spcAft>
              <a:buNone/>
              <a:defRPr sz="1200"/>
            </a:lvl1pPr>
            <a:lvl2pPr marL="214313" indent="0" algn="ctr">
              <a:lnSpc>
                <a:spcPct val="100000"/>
              </a:lnSpc>
              <a:spcAft>
                <a:spcPts val="450"/>
              </a:spcAft>
              <a:buNone/>
              <a:defRPr sz="1200"/>
            </a:lvl2pPr>
            <a:lvl3pPr marL="471488" indent="0" algn="ctr">
              <a:lnSpc>
                <a:spcPct val="100000"/>
              </a:lnSpc>
              <a:spcAft>
                <a:spcPts val="450"/>
              </a:spcAft>
              <a:buNone/>
              <a:defRPr sz="1200"/>
            </a:lvl3pPr>
            <a:lvl4pPr marL="644129" indent="0">
              <a:buNone/>
              <a:defRPr sz="900"/>
            </a:lvl4pPr>
            <a:lvl5pPr marL="772716" indent="0">
              <a:buNone/>
              <a:defRPr sz="9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DEB3A35-9813-4635-AE9D-3B9F6CA5316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628650" y="5214938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685800" rtl="0" eaLnBrk="1" latinLnBrk="0" hangingPunct="1">
              <a:defRPr sz="675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B1EF3D5-2436-9240-B6D0-2048A71FFF33}" type="datetime1">
              <a:rPr lang="en-US" smtClean="0"/>
              <a:pPr/>
              <a:t>1/16/2026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2617FC00-CD62-4B48-80A6-4E68401E96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028950" y="5214938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685800" rtl="0" eaLnBrk="1" latinLnBrk="0" hangingPunct="1">
              <a:defRPr sz="675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1F0D3C1B-0D24-4BCA-810C-31D050008A6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2" name="Content Placeholder 16">
            <a:extLst>
              <a:ext uri="{FF2B5EF4-FFF2-40B4-BE49-F238E27FC236}">
                <a16:creationId xmlns:a16="http://schemas.microsoft.com/office/drawing/2014/main" id="{A94A2542-4EB3-C9D2-DD91-8A1ECCB4441D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647531" y="1849452"/>
            <a:ext cx="766790" cy="466281"/>
          </a:xfrm>
        </p:spPr>
        <p:txBody>
          <a:bodyPr/>
          <a:lstStyle>
            <a:lvl1pPr marL="0" indent="0">
              <a:buNone/>
              <a:defRPr sz="900"/>
            </a:lvl1pPr>
            <a:lvl2pPr marL="214313" indent="0">
              <a:buNone/>
              <a:defRPr/>
            </a:lvl2pPr>
            <a:lvl3pPr marL="471488" indent="0">
              <a:buNone/>
              <a:defRPr/>
            </a:lvl3pPr>
            <a:lvl4pPr marL="644129" indent="0">
              <a:buNone/>
              <a:defRPr/>
            </a:lvl4pPr>
            <a:lvl5pPr marL="772716" indent="0">
              <a:buNone/>
              <a:defRPr/>
            </a:lvl5pPr>
          </a:lstStyle>
          <a:p>
            <a:pPr lvl="0"/>
            <a:r>
              <a:rPr lang="en-US" dirty="0"/>
              <a:t>Click photo icon to add icon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1286A802-042C-022D-8427-4061C2412E10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1800966" y="2619496"/>
            <a:ext cx="1281419" cy="774571"/>
          </a:xfrm>
        </p:spPr>
        <p:txBody>
          <a:bodyPr/>
          <a:lstStyle>
            <a:lvl1pPr marL="0" indent="0" algn="ctr">
              <a:lnSpc>
                <a:spcPct val="100000"/>
              </a:lnSpc>
              <a:spcAft>
                <a:spcPts val="450"/>
              </a:spcAft>
              <a:buNone/>
              <a:defRPr sz="1200"/>
            </a:lvl1pPr>
            <a:lvl2pPr marL="214313" indent="0" algn="ctr">
              <a:lnSpc>
                <a:spcPct val="100000"/>
              </a:lnSpc>
              <a:spcAft>
                <a:spcPts val="450"/>
              </a:spcAft>
              <a:buNone/>
              <a:defRPr sz="1200"/>
            </a:lvl2pPr>
            <a:lvl3pPr marL="471488" indent="0" algn="ctr">
              <a:lnSpc>
                <a:spcPct val="100000"/>
              </a:lnSpc>
              <a:spcAft>
                <a:spcPts val="450"/>
              </a:spcAft>
              <a:buNone/>
              <a:defRPr sz="1200"/>
            </a:lvl3pPr>
            <a:lvl4pPr marL="644129" indent="0">
              <a:buNone/>
              <a:defRPr sz="900"/>
            </a:lvl4pPr>
            <a:lvl5pPr marL="772716" indent="0">
              <a:buNone/>
              <a:defRPr sz="9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6" name="Content Placeholder 16">
            <a:extLst>
              <a:ext uri="{FF2B5EF4-FFF2-40B4-BE49-F238E27FC236}">
                <a16:creationId xmlns:a16="http://schemas.microsoft.com/office/drawing/2014/main" id="{F5C475A0-3F8B-C51A-73C2-BBA238FCFB5A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2058278" y="1849452"/>
            <a:ext cx="766790" cy="466281"/>
          </a:xfrm>
        </p:spPr>
        <p:txBody>
          <a:bodyPr/>
          <a:lstStyle>
            <a:lvl1pPr marL="0" indent="0">
              <a:buNone/>
              <a:defRPr sz="900"/>
            </a:lvl1pPr>
            <a:lvl2pPr marL="214313" indent="0">
              <a:buNone/>
              <a:defRPr/>
            </a:lvl2pPr>
            <a:lvl3pPr marL="471488" indent="0">
              <a:buNone/>
              <a:defRPr/>
            </a:lvl3pPr>
            <a:lvl4pPr marL="644129" indent="0">
              <a:buNone/>
              <a:defRPr/>
            </a:lvl4pPr>
            <a:lvl5pPr marL="772716" indent="0">
              <a:buNone/>
              <a:defRPr/>
            </a:lvl5pPr>
          </a:lstStyle>
          <a:p>
            <a:pPr lvl="0"/>
            <a:r>
              <a:rPr lang="en-US" dirty="0"/>
              <a:t>Click photo icon to add icon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A01C69B1-7B58-6096-0230-8842D5496587}"/>
              </a:ext>
            </a:extLst>
          </p:cNvPr>
          <p:cNvSpPr>
            <a:spLocks noGrp="1"/>
          </p:cNvSpPr>
          <p:nvPr>
            <p:ph sz="half" idx="31" hasCustomPrompt="1"/>
          </p:nvPr>
        </p:nvSpPr>
        <p:spPr>
          <a:xfrm>
            <a:off x="3211711" y="2619496"/>
            <a:ext cx="1281419" cy="774571"/>
          </a:xfrm>
        </p:spPr>
        <p:txBody>
          <a:bodyPr/>
          <a:lstStyle>
            <a:lvl1pPr marL="0" indent="0" algn="ctr">
              <a:lnSpc>
                <a:spcPct val="100000"/>
              </a:lnSpc>
              <a:spcAft>
                <a:spcPts val="450"/>
              </a:spcAft>
              <a:buNone/>
              <a:defRPr sz="1200"/>
            </a:lvl1pPr>
            <a:lvl2pPr marL="214313" indent="0" algn="ctr">
              <a:lnSpc>
                <a:spcPct val="100000"/>
              </a:lnSpc>
              <a:spcAft>
                <a:spcPts val="450"/>
              </a:spcAft>
              <a:buNone/>
              <a:defRPr sz="1200"/>
            </a:lvl2pPr>
            <a:lvl3pPr marL="471488" indent="0" algn="ctr">
              <a:lnSpc>
                <a:spcPct val="100000"/>
              </a:lnSpc>
              <a:spcAft>
                <a:spcPts val="450"/>
              </a:spcAft>
              <a:buNone/>
              <a:defRPr sz="1200"/>
            </a:lvl3pPr>
            <a:lvl4pPr marL="644129" indent="0">
              <a:buNone/>
              <a:defRPr sz="900"/>
            </a:lvl4pPr>
            <a:lvl5pPr marL="772716" indent="0">
              <a:buNone/>
              <a:defRPr sz="9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1" name="Content Placeholder 16">
            <a:extLst>
              <a:ext uri="{FF2B5EF4-FFF2-40B4-BE49-F238E27FC236}">
                <a16:creationId xmlns:a16="http://schemas.microsoft.com/office/drawing/2014/main" id="{3168057A-A32C-72AB-F3AB-37CFD128DDA0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3469024" y="1849452"/>
            <a:ext cx="766790" cy="466281"/>
          </a:xfrm>
        </p:spPr>
        <p:txBody>
          <a:bodyPr/>
          <a:lstStyle>
            <a:lvl1pPr marL="0" indent="0">
              <a:buNone/>
              <a:defRPr sz="900"/>
            </a:lvl1pPr>
            <a:lvl2pPr marL="214313" indent="0">
              <a:buNone/>
              <a:defRPr/>
            </a:lvl2pPr>
            <a:lvl3pPr marL="471488" indent="0">
              <a:buNone/>
              <a:defRPr/>
            </a:lvl3pPr>
            <a:lvl4pPr marL="644129" indent="0">
              <a:buNone/>
              <a:defRPr/>
            </a:lvl4pPr>
            <a:lvl5pPr marL="772716" indent="0">
              <a:buNone/>
              <a:defRPr/>
            </a:lvl5pPr>
          </a:lstStyle>
          <a:p>
            <a:pPr lvl="0"/>
            <a:r>
              <a:rPr lang="en-US" dirty="0"/>
              <a:t>Click photo icon to add icon</a:t>
            </a:r>
          </a:p>
        </p:txBody>
      </p:sp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6CD5BC9C-3504-69B9-AA07-BB30D7277D91}"/>
              </a:ext>
            </a:extLst>
          </p:cNvPr>
          <p:cNvSpPr>
            <a:spLocks noGrp="1"/>
          </p:cNvSpPr>
          <p:nvPr>
            <p:ph sz="half" idx="34" hasCustomPrompt="1"/>
          </p:nvPr>
        </p:nvSpPr>
        <p:spPr>
          <a:xfrm>
            <a:off x="4621318" y="2619496"/>
            <a:ext cx="1281419" cy="774571"/>
          </a:xfrm>
        </p:spPr>
        <p:txBody>
          <a:bodyPr/>
          <a:lstStyle>
            <a:lvl1pPr marL="0" indent="0" algn="ctr">
              <a:lnSpc>
                <a:spcPct val="100000"/>
              </a:lnSpc>
              <a:spcAft>
                <a:spcPts val="450"/>
              </a:spcAft>
              <a:buNone/>
              <a:defRPr sz="1200"/>
            </a:lvl1pPr>
            <a:lvl2pPr marL="214313" indent="0" algn="ctr">
              <a:lnSpc>
                <a:spcPct val="100000"/>
              </a:lnSpc>
              <a:spcAft>
                <a:spcPts val="450"/>
              </a:spcAft>
              <a:buNone/>
              <a:defRPr sz="1200"/>
            </a:lvl2pPr>
            <a:lvl3pPr marL="471488" indent="0" algn="ctr">
              <a:lnSpc>
                <a:spcPct val="100000"/>
              </a:lnSpc>
              <a:spcAft>
                <a:spcPts val="450"/>
              </a:spcAft>
              <a:buNone/>
              <a:defRPr sz="1200"/>
            </a:lvl3pPr>
            <a:lvl4pPr marL="644129" indent="0">
              <a:buNone/>
              <a:defRPr sz="900"/>
            </a:lvl4pPr>
            <a:lvl5pPr marL="772716" indent="0">
              <a:buNone/>
              <a:defRPr sz="9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9" name="Content Placeholder 16">
            <a:extLst>
              <a:ext uri="{FF2B5EF4-FFF2-40B4-BE49-F238E27FC236}">
                <a16:creationId xmlns:a16="http://schemas.microsoft.com/office/drawing/2014/main" id="{7004CD50-D665-9A32-CEC1-9B88BB41013B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4878630" y="1849452"/>
            <a:ext cx="766790" cy="466281"/>
          </a:xfrm>
        </p:spPr>
        <p:txBody>
          <a:bodyPr/>
          <a:lstStyle>
            <a:lvl1pPr marL="0" indent="0">
              <a:buNone/>
              <a:defRPr sz="900"/>
            </a:lvl1pPr>
            <a:lvl2pPr marL="214313" indent="0">
              <a:buNone/>
              <a:defRPr/>
            </a:lvl2pPr>
            <a:lvl3pPr marL="471488" indent="0">
              <a:buNone/>
              <a:defRPr/>
            </a:lvl3pPr>
            <a:lvl4pPr marL="644129" indent="0">
              <a:buNone/>
              <a:defRPr/>
            </a:lvl4pPr>
            <a:lvl5pPr marL="772716" indent="0">
              <a:buNone/>
              <a:defRPr/>
            </a:lvl5pPr>
          </a:lstStyle>
          <a:p>
            <a:pPr lvl="0"/>
            <a:r>
              <a:rPr lang="en-US" dirty="0"/>
              <a:t>Click photo icon to add icon</a:t>
            </a:r>
          </a:p>
        </p:txBody>
      </p:sp>
      <p:sp>
        <p:nvSpPr>
          <p:cNvPr id="31" name="Content Placeholder 3">
            <a:extLst>
              <a:ext uri="{FF2B5EF4-FFF2-40B4-BE49-F238E27FC236}">
                <a16:creationId xmlns:a16="http://schemas.microsoft.com/office/drawing/2014/main" id="{4F99FF06-68DE-6B6A-5E09-53F475B0CDF2}"/>
              </a:ext>
            </a:extLst>
          </p:cNvPr>
          <p:cNvSpPr>
            <a:spLocks noGrp="1"/>
          </p:cNvSpPr>
          <p:nvPr>
            <p:ph sz="half" idx="37" hasCustomPrompt="1"/>
          </p:nvPr>
        </p:nvSpPr>
        <p:spPr>
          <a:xfrm>
            <a:off x="6030922" y="2619496"/>
            <a:ext cx="1281419" cy="774571"/>
          </a:xfrm>
        </p:spPr>
        <p:txBody>
          <a:bodyPr/>
          <a:lstStyle>
            <a:lvl1pPr marL="0" indent="0" algn="ctr">
              <a:lnSpc>
                <a:spcPct val="100000"/>
              </a:lnSpc>
              <a:spcAft>
                <a:spcPts val="450"/>
              </a:spcAft>
              <a:buNone/>
              <a:defRPr sz="1200"/>
            </a:lvl1pPr>
            <a:lvl2pPr marL="214313" indent="0" algn="ctr">
              <a:lnSpc>
                <a:spcPct val="100000"/>
              </a:lnSpc>
              <a:spcAft>
                <a:spcPts val="450"/>
              </a:spcAft>
              <a:buNone/>
              <a:defRPr sz="1200"/>
            </a:lvl2pPr>
            <a:lvl3pPr marL="471488" indent="0" algn="ctr">
              <a:lnSpc>
                <a:spcPct val="100000"/>
              </a:lnSpc>
              <a:spcAft>
                <a:spcPts val="450"/>
              </a:spcAft>
              <a:buNone/>
              <a:defRPr sz="1200"/>
            </a:lvl3pPr>
            <a:lvl4pPr marL="644129" indent="0">
              <a:buNone/>
              <a:defRPr sz="900"/>
            </a:lvl4pPr>
            <a:lvl5pPr marL="772716" indent="0">
              <a:buNone/>
              <a:defRPr sz="9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2" name="Content Placeholder 16">
            <a:extLst>
              <a:ext uri="{FF2B5EF4-FFF2-40B4-BE49-F238E27FC236}">
                <a16:creationId xmlns:a16="http://schemas.microsoft.com/office/drawing/2014/main" id="{EB6E1F16-C66F-5AB3-698E-D834D7A261F2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6288235" y="1849452"/>
            <a:ext cx="766790" cy="466281"/>
          </a:xfrm>
        </p:spPr>
        <p:txBody>
          <a:bodyPr/>
          <a:lstStyle>
            <a:lvl1pPr marL="0" indent="0">
              <a:buNone/>
              <a:defRPr sz="900"/>
            </a:lvl1pPr>
            <a:lvl2pPr marL="214313" indent="0">
              <a:buNone/>
              <a:defRPr/>
            </a:lvl2pPr>
            <a:lvl3pPr marL="471488" indent="0">
              <a:buNone/>
              <a:defRPr/>
            </a:lvl3pPr>
            <a:lvl4pPr marL="644129" indent="0">
              <a:buNone/>
              <a:defRPr/>
            </a:lvl4pPr>
            <a:lvl5pPr marL="772716" indent="0">
              <a:buNone/>
              <a:defRPr/>
            </a:lvl5pPr>
          </a:lstStyle>
          <a:p>
            <a:pPr lvl="0"/>
            <a:r>
              <a:rPr lang="en-US" dirty="0"/>
              <a:t>Click photo icon to add icon</a:t>
            </a:r>
          </a:p>
        </p:txBody>
      </p:sp>
      <p:sp>
        <p:nvSpPr>
          <p:cNvPr id="34" name="Content Placeholder 3">
            <a:extLst>
              <a:ext uri="{FF2B5EF4-FFF2-40B4-BE49-F238E27FC236}">
                <a16:creationId xmlns:a16="http://schemas.microsoft.com/office/drawing/2014/main" id="{B777F8A2-5677-1740-3274-9D4323E27D7E}"/>
              </a:ext>
            </a:extLst>
          </p:cNvPr>
          <p:cNvSpPr>
            <a:spLocks noGrp="1"/>
          </p:cNvSpPr>
          <p:nvPr>
            <p:ph sz="half" idx="40" hasCustomPrompt="1"/>
          </p:nvPr>
        </p:nvSpPr>
        <p:spPr>
          <a:xfrm>
            <a:off x="7440529" y="2619496"/>
            <a:ext cx="1281419" cy="774571"/>
          </a:xfrm>
        </p:spPr>
        <p:txBody>
          <a:bodyPr/>
          <a:lstStyle>
            <a:lvl1pPr marL="0" indent="0" algn="ctr">
              <a:lnSpc>
                <a:spcPct val="100000"/>
              </a:lnSpc>
              <a:spcAft>
                <a:spcPts val="450"/>
              </a:spcAft>
              <a:buNone/>
              <a:defRPr sz="1200"/>
            </a:lvl1pPr>
            <a:lvl2pPr marL="214313" indent="0" algn="ctr">
              <a:lnSpc>
                <a:spcPct val="100000"/>
              </a:lnSpc>
              <a:spcAft>
                <a:spcPts val="450"/>
              </a:spcAft>
              <a:buNone/>
              <a:defRPr sz="1200"/>
            </a:lvl2pPr>
            <a:lvl3pPr marL="471488" indent="0" algn="ctr">
              <a:lnSpc>
                <a:spcPct val="100000"/>
              </a:lnSpc>
              <a:spcAft>
                <a:spcPts val="450"/>
              </a:spcAft>
              <a:buNone/>
              <a:defRPr sz="1200"/>
            </a:lvl3pPr>
            <a:lvl4pPr marL="644129" indent="0">
              <a:buNone/>
              <a:defRPr sz="900"/>
            </a:lvl4pPr>
            <a:lvl5pPr marL="772716" indent="0">
              <a:buNone/>
              <a:defRPr sz="9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5" name="Content Placeholder 16">
            <a:extLst>
              <a:ext uri="{FF2B5EF4-FFF2-40B4-BE49-F238E27FC236}">
                <a16:creationId xmlns:a16="http://schemas.microsoft.com/office/drawing/2014/main" id="{31EDCBAF-5753-094A-E420-A89B015C60A7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7697841" y="1849452"/>
            <a:ext cx="766790" cy="466281"/>
          </a:xfrm>
        </p:spPr>
        <p:txBody>
          <a:bodyPr/>
          <a:lstStyle>
            <a:lvl1pPr marL="0" indent="0">
              <a:buNone/>
              <a:defRPr sz="900"/>
            </a:lvl1pPr>
            <a:lvl2pPr marL="214313" indent="0">
              <a:buNone/>
              <a:defRPr/>
            </a:lvl2pPr>
            <a:lvl3pPr marL="471488" indent="0">
              <a:buNone/>
              <a:defRPr/>
            </a:lvl3pPr>
            <a:lvl4pPr marL="644129" indent="0">
              <a:buNone/>
              <a:defRPr/>
            </a:lvl4pPr>
            <a:lvl5pPr marL="772716" indent="0">
              <a:buNone/>
              <a:defRPr/>
            </a:lvl5pPr>
          </a:lstStyle>
          <a:p>
            <a:pPr lvl="0"/>
            <a:r>
              <a:rPr lang="en-US" dirty="0"/>
              <a:t>Click photo icon to add icon</a:t>
            </a:r>
          </a:p>
        </p:txBody>
      </p:sp>
    </p:spTree>
    <p:extLst>
      <p:ext uri="{BB962C8B-B14F-4D97-AF65-F5344CB8AC3E}">
        <p14:creationId xmlns:p14="http://schemas.microsoft.com/office/powerpoint/2010/main" val="40873343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44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-column layout with icons and subtitle (no titl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BED614-1324-4FC8-94DC-2BB58446A18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0219" y="2619496"/>
            <a:ext cx="1281419" cy="774571"/>
          </a:xfrm>
        </p:spPr>
        <p:txBody>
          <a:bodyPr/>
          <a:lstStyle>
            <a:lvl1pPr marL="0" indent="0" algn="ctr">
              <a:lnSpc>
                <a:spcPct val="100000"/>
              </a:lnSpc>
              <a:spcAft>
                <a:spcPts val="450"/>
              </a:spcAft>
              <a:buNone/>
              <a:defRPr sz="1200"/>
            </a:lvl1pPr>
            <a:lvl2pPr marL="214313" indent="0" algn="ctr">
              <a:lnSpc>
                <a:spcPct val="100000"/>
              </a:lnSpc>
              <a:spcAft>
                <a:spcPts val="450"/>
              </a:spcAft>
              <a:buNone/>
              <a:defRPr sz="1200"/>
            </a:lvl2pPr>
            <a:lvl3pPr marL="471488" indent="0" algn="ctr">
              <a:lnSpc>
                <a:spcPct val="100000"/>
              </a:lnSpc>
              <a:spcAft>
                <a:spcPts val="450"/>
              </a:spcAft>
              <a:buNone/>
              <a:defRPr sz="1200"/>
            </a:lvl3pPr>
            <a:lvl4pPr marL="644129" indent="0">
              <a:buNone/>
              <a:defRPr sz="900"/>
            </a:lvl4pPr>
            <a:lvl5pPr marL="772716" indent="0">
              <a:buNone/>
              <a:defRPr sz="9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DEB3A35-9813-4635-AE9D-3B9F6CA5316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628650" y="5214938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685800" rtl="0" eaLnBrk="1" latinLnBrk="0" hangingPunct="1">
              <a:defRPr sz="675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B1EF3D5-2436-9240-B6D0-2048A71FFF33}" type="datetime1">
              <a:rPr lang="en-US" smtClean="0"/>
              <a:pPr/>
              <a:t>1/16/2026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2617FC00-CD62-4B48-80A6-4E68401E96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028950" y="5214938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685800" rtl="0" eaLnBrk="1" latinLnBrk="0" hangingPunct="1">
              <a:defRPr sz="675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1F0D3C1B-0D24-4BCA-810C-31D050008A6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2" name="Content Placeholder 16">
            <a:extLst>
              <a:ext uri="{FF2B5EF4-FFF2-40B4-BE49-F238E27FC236}">
                <a16:creationId xmlns:a16="http://schemas.microsoft.com/office/drawing/2014/main" id="{A94A2542-4EB3-C9D2-DD91-8A1ECCB4441D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647531" y="1849452"/>
            <a:ext cx="766790" cy="466281"/>
          </a:xfrm>
        </p:spPr>
        <p:txBody>
          <a:bodyPr/>
          <a:lstStyle>
            <a:lvl1pPr marL="0" indent="0">
              <a:buNone/>
              <a:defRPr sz="900"/>
            </a:lvl1pPr>
            <a:lvl2pPr marL="214313" indent="0">
              <a:buNone/>
              <a:defRPr/>
            </a:lvl2pPr>
            <a:lvl3pPr marL="471488" indent="0">
              <a:buNone/>
              <a:defRPr/>
            </a:lvl3pPr>
            <a:lvl4pPr marL="644129" indent="0">
              <a:buNone/>
              <a:defRPr/>
            </a:lvl4pPr>
            <a:lvl5pPr marL="772716" indent="0">
              <a:buNone/>
              <a:defRPr/>
            </a:lvl5pPr>
          </a:lstStyle>
          <a:p>
            <a:pPr lvl="0"/>
            <a:r>
              <a:rPr lang="en-US" dirty="0"/>
              <a:t>Click photo icon to add icon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1286A802-042C-022D-8427-4061C2412E10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1800966" y="2619496"/>
            <a:ext cx="1281419" cy="774571"/>
          </a:xfrm>
        </p:spPr>
        <p:txBody>
          <a:bodyPr/>
          <a:lstStyle>
            <a:lvl1pPr marL="0" indent="0" algn="ctr">
              <a:lnSpc>
                <a:spcPct val="100000"/>
              </a:lnSpc>
              <a:spcAft>
                <a:spcPts val="450"/>
              </a:spcAft>
              <a:buNone/>
              <a:defRPr sz="1200"/>
            </a:lvl1pPr>
            <a:lvl2pPr marL="214313" indent="0" algn="ctr">
              <a:lnSpc>
                <a:spcPct val="100000"/>
              </a:lnSpc>
              <a:spcAft>
                <a:spcPts val="450"/>
              </a:spcAft>
              <a:buNone/>
              <a:defRPr sz="1200"/>
            </a:lvl2pPr>
            <a:lvl3pPr marL="471488" indent="0" algn="ctr">
              <a:lnSpc>
                <a:spcPct val="100000"/>
              </a:lnSpc>
              <a:spcAft>
                <a:spcPts val="450"/>
              </a:spcAft>
              <a:buNone/>
              <a:defRPr sz="1200"/>
            </a:lvl3pPr>
            <a:lvl4pPr marL="644129" indent="0">
              <a:buNone/>
              <a:defRPr sz="900"/>
            </a:lvl4pPr>
            <a:lvl5pPr marL="772716" indent="0">
              <a:buNone/>
              <a:defRPr sz="9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6" name="Content Placeholder 16">
            <a:extLst>
              <a:ext uri="{FF2B5EF4-FFF2-40B4-BE49-F238E27FC236}">
                <a16:creationId xmlns:a16="http://schemas.microsoft.com/office/drawing/2014/main" id="{F5C475A0-3F8B-C51A-73C2-BBA238FCFB5A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2058278" y="1849452"/>
            <a:ext cx="766790" cy="466281"/>
          </a:xfrm>
        </p:spPr>
        <p:txBody>
          <a:bodyPr/>
          <a:lstStyle>
            <a:lvl1pPr marL="0" indent="0">
              <a:buNone/>
              <a:defRPr sz="900"/>
            </a:lvl1pPr>
            <a:lvl2pPr marL="214313" indent="0">
              <a:buNone/>
              <a:defRPr/>
            </a:lvl2pPr>
            <a:lvl3pPr marL="471488" indent="0">
              <a:buNone/>
              <a:defRPr/>
            </a:lvl3pPr>
            <a:lvl4pPr marL="644129" indent="0">
              <a:buNone/>
              <a:defRPr/>
            </a:lvl4pPr>
            <a:lvl5pPr marL="772716" indent="0">
              <a:buNone/>
              <a:defRPr/>
            </a:lvl5pPr>
          </a:lstStyle>
          <a:p>
            <a:pPr lvl="0"/>
            <a:r>
              <a:rPr lang="en-US" dirty="0"/>
              <a:t>Click photo icon to add icon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A01C69B1-7B58-6096-0230-8842D5496587}"/>
              </a:ext>
            </a:extLst>
          </p:cNvPr>
          <p:cNvSpPr>
            <a:spLocks noGrp="1"/>
          </p:cNvSpPr>
          <p:nvPr>
            <p:ph sz="half" idx="31" hasCustomPrompt="1"/>
          </p:nvPr>
        </p:nvSpPr>
        <p:spPr>
          <a:xfrm>
            <a:off x="3211711" y="2619496"/>
            <a:ext cx="1281419" cy="774571"/>
          </a:xfrm>
        </p:spPr>
        <p:txBody>
          <a:bodyPr/>
          <a:lstStyle>
            <a:lvl1pPr marL="0" indent="0" algn="ctr">
              <a:lnSpc>
                <a:spcPct val="100000"/>
              </a:lnSpc>
              <a:spcAft>
                <a:spcPts val="450"/>
              </a:spcAft>
              <a:buNone/>
              <a:defRPr sz="1200"/>
            </a:lvl1pPr>
            <a:lvl2pPr marL="214313" indent="0" algn="ctr">
              <a:lnSpc>
                <a:spcPct val="100000"/>
              </a:lnSpc>
              <a:spcAft>
                <a:spcPts val="450"/>
              </a:spcAft>
              <a:buNone/>
              <a:defRPr sz="1200"/>
            </a:lvl2pPr>
            <a:lvl3pPr marL="471488" indent="0" algn="ctr">
              <a:lnSpc>
                <a:spcPct val="100000"/>
              </a:lnSpc>
              <a:spcAft>
                <a:spcPts val="450"/>
              </a:spcAft>
              <a:buNone/>
              <a:defRPr sz="1200"/>
            </a:lvl3pPr>
            <a:lvl4pPr marL="644129" indent="0">
              <a:buNone/>
              <a:defRPr sz="900"/>
            </a:lvl4pPr>
            <a:lvl5pPr marL="772716" indent="0">
              <a:buNone/>
              <a:defRPr sz="9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1" name="Content Placeholder 16">
            <a:extLst>
              <a:ext uri="{FF2B5EF4-FFF2-40B4-BE49-F238E27FC236}">
                <a16:creationId xmlns:a16="http://schemas.microsoft.com/office/drawing/2014/main" id="{3168057A-A32C-72AB-F3AB-37CFD128DDA0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3469024" y="1849452"/>
            <a:ext cx="766790" cy="466281"/>
          </a:xfrm>
        </p:spPr>
        <p:txBody>
          <a:bodyPr/>
          <a:lstStyle>
            <a:lvl1pPr marL="0" indent="0">
              <a:buNone/>
              <a:defRPr sz="900"/>
            </a:lvl1pPr>
            <a:lvl2pPr marL="214313" indent="0">
              <a:buNone/>
              <a:defRPr/>
            </a:lvl2pPr>
            <a:lvl3pPr marL="471488" indent="0">
              <a:buNone/>
              <a:defRPr/>
            </a:lvl3pPr>
            <a:lvl4pPr marL="644129" indent="0">
              <a:buNone/>
              <a:defRPr/>
            </a:lvl4pPr>
            <a:lvl5pPr marL="772716" indent="0">
              <a:buNone/>
              <a:defRPr/>
            </a:lvl5pPr>
          </a:lstStyle>
          <a:p>
            <a:pPr lvl="0"/>
            <a:r>
              <a:rPr lang="en-US" dirty="0"/>
              <a:t>Click photo icon to add icon</a:t>
            </a:r>
          </a:p>
        </p:txBody>
      </p:sp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6CD5BC9C-3504-69B9-AA07-BB30D7277D91}"/>
              </a:ext>
            </a:extLst>
          </p:cNvPr>
          <p:cNvSpPr>
            <a:spLocks noGrp="1"/>
          </p:cNvSpPr>
          <p:nvPr>
            <p:ph sz="half" idx="34" hasCustomPrompt="1"/>
          </p:nvPr>
        </p:nvSpPr>
        <p:spPr>
          <a:xfrm>
            <a:off x="4621318" y="2619496"/>
            <a:ext cx="1281419" cy="774571"/>
          </a:xfrm>
        </p:spPr>
        <p:txBody>
          <a:bodyPr/>
          <a:lstStyle>
            <a:lvl1pPr marL="0" indent="0" algn="ctr">
              <a:lnSpc>
                <a:spcPct val="100000"/>
              </a:lnSpc>
              <a:spcAft>
                <a:spcPts val="450"/>
              </a:spcAft>
              <a:buNone/>
              <a:defRPr sz="1200"/>
            </a:lvl1pPr>
            <a:lvl2pPr marL="214313" indent="0" algn="ctr">
              <a:lnSpc>
                <a:spcPct val="100000"/>
              </a:lnSpc>
              <a:spcAft>
                <a:spcPts val="450"/>
              </a:spcAft>
              <a:buNone/>
              <a:defRPr sz="1200"/>
            </a:lvl2pPr>
            <a:lvl3pPr marL="471488" indent="0" algn="ctr">
              <a:lnSpc>
                <a:spcPct val="100000"/>
              </a:lnSpc>
              <a:spcAft>
                <a:spcPts val="450"/>
              </a:spcAft>
              <a:buNone/>
              <a:defRPr sz="1200"/>
            </a:lvl3pPr>
            <a:lvl4pPr marL="644129" indent="0">
              <a:buNone/>
              <a:defRPr sz="900"/>
            </a:lvl4pPr>
            <a:lvl5pPr marL="772716" indent="0">
              <a:buNone/>
              <a:defRPr sz="9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9" name="Content Placeholder 16">
            <a:extLst>
              <a:ext uri="{FF2B5EF4-FFF2-40B4-BE49-F238E27FC236}">
                <a16:creationId xmlns:a16="http://schemas.microsoft.com/office/drawing/2014/main" id="{7004CD50-D665-9A32-CEC1-9B88BB41013B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4878630" y="1849452"/>
            <a:ext cx="766790" cy="466281"/>
          </a:xfrm>
        </p:spPr>
        <p:txBody>
          <a:bodyPr/>
          <a:lstStyle>
            <a:lvl1pPr marL="0" indent="0">
              <a:buNone/>
              <a:defRPr sz="900"/>
            </a:lvl1pPr>
            <a:lvl2pPr marL="214313" indent="0">
              <a:buNone/>
              <a:defRPr/>
            </a:lvl2pPr>
            <a:lvl3pPr marL="471488" indent="0">
              <a:buNone/>
              <a:defRPr/>
            </a:lvl3pPr>
            <a:lvl4pPr marL="644129" indent="0">
              <a:buNone/>
              <a:defRPr/>
            </a:lvl4pPr>
            <a:lvl5pPr marL="772716" indent="0">
              <a:buNone/>
              <a:defRPr/>
            </a:lvl5pPr>
          </a:lstStyle>
          <a:p>
            <a:pPr lvl="0"/>
            <a:r>
              <a:rPr lang="en-US" dirty="0"/>
              <a:t>Click photo icon to add icon</a:t>
            </a:r>
          </a:p>
        </p:txBody>
      </p:sp>
      <p:sp>
        <p:nvSpPr>
          <p:cNvPr id="31" name="Content Placeholder 3">
            <a:extLst>
              <a:ext uri="{FF2B5EF4-FFF2-40B4-BE49-F238E27FC236}">
                <a16:creationId xmlns:a16="http://schemas.microsoft.com/office/drawing/2014/main" id="{4F99FF06-68DE-6B6A-5E09-53F475B0CDF2}"/>
              </a:ext>
            </a:extLst>
          </p:cNvPr>
          <p:cNvSpPr>
            <a:spLocks noGrp="1"/>
          </p:cNvSpPr>
          <p:nvPr>
            <p:ph sz="half" idx="37" hasCustomPrompt="1"/>
          </p:nvPr>
        </p:nvSpPr>
        <p:spPr>
          <a:xfrm>
            <a:off x="6030922" y="2619496"/>
            <a:ext cx="1281419" cy="774571"/>
          </a:xfrm>
        </p:spPr>
        <p:txBody>
          <a:bodyPr/>
          <a:lstStyle>
            <a:lvl1pPr marL="0" indent="0" algn="ctr">
              <a:lnSpc>
                <a:spcPct val="100000"/>
              </a:lnSpc>
              <a:spcAft>
                <a:spcPts val="450"/>
              </a:spcAft>
              <a:buNone/>
              <a:defRPr sz="1200"/>
            </a:lvl1pPr>
            <a:lvl2pPr marL="214313" indent="0" algn="ctr">
              <a:lnSpc>
                <a:spcPct val="100000"/>
              </a:lnSpc>
              <a:spcAft>
                <a:spcPts val="450"/>
              </a:spcAft>
              <a:buNone/>
              <a:defRPr sz="1200"/>
            </a:lvl2pPr>
            <a:lvl3pPr marL="471488" indent="0" algn="ctr">
              <a:lnSpc>
                <a:spcPct val="100000"/>
              </a:lnSpc>
              <a:spcAft>
                <a:spcPts val="450"/>
              </a:spcAft>
              <a:buNone/>
              <a:defRPr sz="1200"/>
            </a:lvl3pPr>
            <a:lvl4pPr marL="644129" indent="0">
              <a:buNone/>
              <a:defRPr sz="900"/>
            </a:lvl4pPr>
            <a:lvl5pPr marL="772716" indent="0">
              <a:buNone/>
              <a:defRPr sz="9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2" name="Content Placeholder 16">
            <a:extLst>
              <a:ext uri="{FF2B5EF4-FFF2-40B4-BE49-F238E27FC236}">
                <a16:creationId xmlns:a16="http://schemas.microsoft.com/office/drawing/2014/main" id="{EB6E1F16-C66F-5AB3-698E-D834D7A261F2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6288235" y="1849452"/>
            <a:ext cx="766790" cy="466281"/>
          </a:xfrm>
        </p:spPr>
        <p:txBody>
          <a:bodyPr/>
          <a:lstStyle>
            <a:lvl1pPr marL="0" indent="0">
              <a:buNone/>
              <a:defRPr sz="900"/>
            </a:lvl1pPr>
            <a:lvl2pPr marL="214313" indent="0">
              <a:buNone/>
              <a:defRPr/>
            </a:lvl2pPr>
            <a:lvl3pPr marL="471488" indent="0">
              <a:buNone/>
              <a:defRPr/>
            </a:lvl3pPr>
            <a:lvl4pPr marL="644129" indent="0">
              <a:buNone/>
              <a:defRPr/>
            </a:lvl4pPr>
            <a:lvl5pPr marL="772716" indent="0">
              <a:buNone/>
              <a:defRPr/>
            </a:lvl5pPr>
          </a:lstStyle>
          <a:p>
            <a:pPr lvl="0"/>
            <a:r>
              <a:rPr lang="en-US" dirty="0"/>
              <a:t>Click photo icon to add icon</a:t>
            </a:r>
          </a:p>
        </p:txBody>
      </p:sp>
      <p:sp>
        <p:nvSpPr>
          <p:cNvPr id="34" name="Content Placeholder 3">
            <a:extLst>
              <a:ext uri="{FF2B5EF4-FFF2-40B4-BE49-F238E27FC236}">
                <a16:creationId xmlns:a16="http://schemas.microsoft.com/office/drawing/2014/main" id="{B777F8A2-5677-1740-3274-9D4323E27D7E}"/>
              </a:ext>
            </a:extLst>
          </p:cNvPr>
          <p:cNvSpPr>
            <a:spLocks noGrp="1"/>
          </p:cNvSpPr>
          <p:nvPr>
            <p:ph sz="half" idx="40" hasCustomPrompt="1"/>
          </p:nvPr>
        </p:nvSpPr>
        <p:spPr>
          <a:xfrm>
            <a:off x="7440529" y="2619496"/>
            <a:ext cx="1281419" cy="774571"/>
          </a:xfrm>
        </p:spPr>
        <p:txBody>
          <a:bodyPr/>
          <a:lstStyle>
            <a:lvl1pPr marL="0" indent="0" algn="ctr">
              <a:lnSpc>
                <a:spcPct val="100000"/>
              </a:lnSpc>
              <a:spcAft>
                <a:spcPts val="450"/>
              </a:spcAft>
              <a:buNone/>
              <a:defRPr sz="1200"/>
            </a:lvl1pPr>
            <a:lvl2pPr marL="214313" indent="0" algn="ctr">
              <a:lnSpc>
                <a:spcPct val="100000"/>
              </a:lnSpc>
              <a:spcAft>
                <a:spcPts val="450"/>
              </a:spcAft>
              <a:buNone/>
              <a:defRPr sz="1200"/>
            </a:lvl2pPr>
            <a:lvl3pPr marL="471488" indent="0" algn="ctr">
              <a:lnSpc>
                <a:spcPct val="100000"/>
              </a:lnSpc>
              <a:spcAft>
                <a:spcPts val="450"/>
              </a:spcAft>
              <a:buNone/>
              <a:defRPr sz="1200"/>
            </a:lvl3pPr>
            <a:lvl4pPr marL="644129" indent="0">
              <a:buNone/>
              <a:defRPr sz="900"/>
            </a:lvl4pPr>
            <a:lvl5pPr marL="772716" indent="0">
              <a:buNone/>
              <a:defRPr sz="9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5" name="Content Placeholder 16">
            <a:extLst>
              <a:ext uri="{FF2B5EF4-FFF2-40B4-BE49-F238E27FC236}">
                <a16:creationId xmlns:a16="http://schemas.microsoft.com/office/drawing/2014/main" id="{31EDCBAF-5753-094A-E420-A89B015C60A7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7697841" y="1849452"/>
            <a:ext cx="766790" cy="466281"/>
          </a:xfrm>
        </p:spPr>
        <p:txBody>
          <a:bodyPr/>
          <a:lstStyle>
            <a:lvl1pPr marL="0" indent="0">
              <a:buNone/>
              <a:defRPr sz="900"/>
            </a:lvl1pPr>
            <a:lvl2pPr marL="214313" indent="0">
              <a:buNone/>
              <a:defRPr/>
            </a:lvl2pPr>
            <a:lvl3pPr marL="471488" indent="0">
              <a:buNone/>
              <a:defRPr/>
            </a:lvl3pPr>
            <a:lvl4pPr marL="644129" indent="0">
              <a:buNone/>
              <a:defRPr/>
            </a:lvl4pPr>
            <a:lvl5pPr marL="772716" indent="0">
              <a:buNone/>
              <a:defRPr/>
            </a:lvl5pPr>
          </a:lstStyle>
          <a:p>
            <a:pPr lvl="0"/>
            <a:r>
              <a:rPr lang="en-US" dirty="0"/>
              <a:t>Click photo icon to add icon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E4BCCFB-3342-FF68-9DEC-93F951A8D8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676641"/>
            <a:ext cx="8229600" cy="42473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Six-column layout with icons and subtitle (no titles)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8509F1-1619-6123-58E1-AB119DADE07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1068545"/>
            <a:ext cx="8229600" cy="30008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225"/>
              </a:spcAft>
              <a:buNone/>
              <a:defRPr sz="1350" b="0" i="0" cap="none" spc="0" baseline="0"/>
            </a:lvl1pPr>
          </a:lstStyle>
          <a:p>
            <a:pPr lvl="0"/>
            <a:r>
              <a:rPr lang="en-US" dirty="0"/>
              <a:t>Enter subtitle</a:t>
            </a:r>
          </a:p>
        </p:txBody>
      </p:sp>
    </p:spTree>
    <p:extLst>
      <p:ext uri="{BB962C8B-B14F-4D97-AF65-F5344CB8AC3E}">
        <p14:creationId xmlns:p14="http://schemas.microsoft.com/office/powerpoint/2010/main" val="12332878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44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1A51E-0F08-4B7B-9A9F-00CF3AA310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685801"/>
            <a:ext cx="8229600" cy="507831"/>
          </a:xfrm>
        </p:spPr>
        <p:txBody>
          <a:bodyPr anchor="t" anchorCtr="0"/>
          <a:lstStyle>
            <a:lvl1pPr>
              <a:defRPr sz="3000"/>
            </a:lvl1pPr>
          </a:lstStyle>
          <a:p>
            <a:r>
              <a:rPr lang="en-US" dirty="0"/>
              <a:t>Content with caption layout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0C0C8A-CCAE-4B98-91F0-838AA4F55C8F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457199" y="1294209"/>
            <a:ext cx="4029076" cy="258532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Enter descriptive text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F6EECF-7227-4AD4-BC6B-F6715716A80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657725" y="1285876"/>
            <a:ext cx="4029075" cy="1761508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6902540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content, and smaller im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8ECA2-6D6E-4722-9B75-7468AE1E58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674261"/>
            <a:ext cx="4000500" cy="75713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Title, subtitle, content, and image layout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3FE715-EC87-4B8E-9C5A-5A9D588BB97F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628650" y="5214938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685800" rtl="0" eaLnBrk="1" latinLnBrk="0" hangingPunct="1">
              <a:defRPr sz="675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B1EF3D5-2436-9240-B6D0-2048A71FFF33}" type="datetime1">
              <a:rPr lang="en-US" smtClean="0"/>
              <a:pPr/>
              <a:t>1/16/2026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D5F6CD-847A-4EBE-9BAA-72269373CEE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028950" y="5214938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685800" rtl="0" eaLnBrk="1" latinLnBrk="0" hangingPunct="1">
              <a:defRPr sz="675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C972F2-75D0-4C1D-B2C9-D4DDBBA7EBA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94086FC-0130-938D-9BF2-472111142F8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200" y="1550195"/>
            <a:ext cx="4000500" cy="774571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450"/>
              </a:spcAft>
              <a:buNone/>
              <a:defRPr sz="1200"/>
            </a:lvl1pPr>
            <a:lvl2pPr marL="214313" indent="0">
              <a:lnSpc>
                <a:spcPct val="100000"/>
              </a:lnSpc>
              <a:spcAft>
                <a:spcPts val="450"/>
              </a:spcAft>
              <a:buNone/>
              <a:defRPr sz="1200"/>
            </a:lvl2pPr>
            <a:lvl3pPr marL="471488" indent="0">
              <a:lnSpc>
                <a:spcPct val="100000"/>
              </a:lnSpc>
              <a:spcAft>
                <a:spcPts val="450"/>
              </a:spcAft>
              <a:buNone/>
              <a:defRPr sz="1200"/>
            </a:lvl3pPr>
            <a:lvl4pPr marL="685800" indent="0">
              <a:spcAft>
                <a:spcPts val="1350"/>
              </a:spcAft>
              <a:buNone/>
              <a:defRPr sz="1200"/>
            </a:lvl4pPr>
            <a:lvl5pPr marL="857250" indent="0">
              <a:spcAft>
                <a:spcPts val="1350"/>
              </a:spcAft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3BB19F6-B18F-68F8-40D3-91FDD5DCD961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4657725" y="685802"/>
            <a:ext cx="4029075" cy="1761508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035158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368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content, and smaller image with subtitle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8ECA2-6D6E-4722-9B75-7468AE1E58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674261"/>
            <a:ext cx="4000500" cy="75713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Title, subtitle, content, and image layout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3FE715-EC87-4B8E-9C5A-5A9D588BB97F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628650" y="5214938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685800" rtl="0" eaLnBrk="1" latinLnBrk="0" hangingPunct="1">
              <a:defRPr sz="675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B1EF3D5-2436-9240-B6D0-2048A71FFF33}" type="datetime1">
              <a:rPr lang="en-US" smtClean="0"/>
              <a:pPr/>
              <a:t>1/16/2026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D5F6CD-847A-4EBE-9BAA-72269373CEE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028950" y="5214938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685800" rtl="0" eaLnBrk="1" latinLnBrk="0" hangingPunct="1">
              <a:defRPr sz="675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C972F2-75D0-4C1D-B2C9-D4DDBBA7EBA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94086FC-0130-938D-9BF2-472111142F8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200" y="1797269"/>
            <a:ext cx="4000500" cy="774571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450"/>
              </a:spcAft>
              <a:buNone/>
              <a:defRPr sz="1200"/>
            </a:lvl1pPr>
            <a:lvl2pPr marL="214313" indent="0">
              <a:lnSpc>
                <a:spcPct val="100000"/>
              </a:lnSpc>
              <a:spcAft>
                <a:spcPts val="450"/>
              </a:spcAft>
              <a:buNone/>
              <a:defRPr sz="1200"/>
            </a:lvl2pPr>
            <a:lvl3pPr marL="471488" indent="0">
              <a:lnSpc>
                <a:spcPct val="100000"/>
              </a:lnSpc>
              <a:spcAft>
                <a:spcPts val="450"/>
              </a:spcAft>
              <a:buNone/>
              <a:defRPr sz="1200"/>
            </a:lvl3pPr>
            <a:lvl4pPr marL="685800" indent="0">
              <a:spcAft>
                <a:spcPts val="1350"/>
              </a:spcAft>
              <a:buNone/>
              <a:defRPr sz="1200"/>
            </a:lvl4pPr>
            <a:lvl5pPr marL="857250" indent="0">
              <a:spcAft>
                <a:spcPts val="1350"/>
              </a:spcAft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9D2238-1436-45BC-2D0C-4D733FEF68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1392239"/>
            <a:ext cx="4000500" cy="30008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225"/>
              </a:spcAft>
              <a:buNone/>
              <a:defRPr sz="1350" b="0" i="0" cap="none" spc="0" baseline="0"/>
            </a:lvl1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3BB19F6-B18F-68F8-40D3-91FDD5DCD961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4657725" y="685802"/>
            <a:ext cx="4029075" cy="1761508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509814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368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,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8ECA2-6D6E-4722-9B75-7468AE1E58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714429"/>
            <a:ext cx="4000500" cy="75713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Title, content, and image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5BCD8-5D1C-48DC-A21B-317A0B7D55A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200" y="1628775"/>
            <a:ext cx="4000500" cy="821763"/>
          </a:xfrm>
        </p:spPr>
        <p:txBody>
          <a:bodyPr/>
          <a:lstStyle>
            <a:lvl1pPr marL="0" indent="0">
              <a:spcAft>
                <a:spcPts val="900"/>
              </a:spcAft>
              <a:buNone/>
              <a:defRPr sz="1350"/>
            </a:lvl1pPr>
            <a:lvl2pPr marL="214313" indent="0">
              <a:spcAft>
                <a:spcPts val="900"/>
              </a:spcAft>
              <a:buNone/>
              <a:defRPr sz="1200"/>
            </a:lvl2pPr>
            <a:lvl3pPr marL="471488" indent="0">
              <a:spcAft>
                <a:spcPts val="900"/>
              </a:spcAft>
              <a:buNone/>
              <a:defRPr sz="1050"/>
            </a:lvl3pPr>
            <a:lvl4pPr marL="685800" indent="0">
              <a:spcAft>
                <a:spcPts val="1350"/>
              </a:spcAft>
              <a:buNone/>
              <a:defRPr sz="1200"/>
            </a:lvl4pPr>
            <a:lvl5pPr marL="857250" indent="0">
              <a:spcAft>
                <a:spcPts val="1350"/>
              </a:spcAft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3B2582F-3FE9-42AC-8572-5C27E1A8E55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686300" y="0"/>
            <a:ext cx="4457700" cy="5143500"/>
          </a:xfrm>
        </p:spPr>
        <p:txBody>
          <a:bodyPr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(or paste) to insert picture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C972F2-75D0-4C1D-B2C9-D4DDBBA7EBA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149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368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content, and im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8ECA2-6D6E-4722-9B75-7468AE1E58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674261"/>
            <a:ext cx="4000500" cy="75713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Title, subtitle, content, and image layout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3FE715-EC87-4B8E-9C5A-5A9D588BB97F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628650" y="5214938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685800" rtl="0" eaLnBrk="1" latinLnBrk="0" hangingPunct="1">
              <a:defRPr sz="675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B1EF3D5-2436-9240-B6D0-2048A71FFF33}" type="datetime1">
              <a:rPr lang="en-US" smtClean="0"/>
              <a:pPr/>
              <a:t>1/16/2026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D5F6CD-847A-4EBE-9BAA-72269373CEE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028950" y="5214938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685800" rtl="0" eaLnBrk="1" latinLnBrk="0" hangingPunct="1">
              <a:defRPr sz="675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C972F2-75D0-4C1D-B2C9-D4DDBBA7EBA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94086FC-0130-938D-9BF2-472111142F8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200" y="1797269"/>
            <a:ext cx="4000500" cy="774571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450"/>
              </a:spcAft>
              <a:buNone/>
              <a:defRPr sz="1200"/>
            </a:lvl1pPr>
            <a:lvl2pPr marL="214313" indent="0">
              <a:lnSpc>
                <a:spcPct val="100000"/>
              </a:lnSpc>
              <a:spcAft>
                <a:spcPts val="450"/>
              </a:spcAft>
              <a:buNone/>
              <a:defRPr sz="1200"/>
            </a:lvl2pPr>
            <a:lvl3pPr marL="471488" indent="0">
              <a:lnSpc>
                <a:spcPct val="100000"/>
              </a:lnSpc>
              <a:spcAft>
                <a:spcPts val="450"/>
              </a:spcAft>
              <a:buNone/>
              <a:defRPr sz="1200"/>
            </a:lvl3pPr>
            <a:lvl4pPr marL="685800" indent="0">
              <a:spcAft>
                <a:spcPts val="1350"/>
              </a:spcAft>
              <a:buNone/>
              <a:defRPr sz="1200"/>
            </a:lvl4pPr>
            <a:lvl5pPr marL="857250" indent="0">
              <a:spcAft>
                <a:spcPts val="1350"/>
              </a:spcAft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6C882F-BD90-1EB8-5835-B39BCCC0EDEC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686300" y="2421709"/>
            <a:ext cx="4457700" cy="300082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Aft>
                <a:spcPts val="450"/>
              </a:spcAft>
              <a:buNone/>
              <a:defRPr sz="1350"/>
            </a:lvl1pPr>
            <a:lvl2pPr marL="214313" indent="0">
              <a:lnSpc>
                <a:spcPct val="100000"/>
              </a:lnSpc>
              <a:spcAft>
                <a:spcPts val="450"/>
              </a:spcAft>
              <a:buNone/>
              <a:defRPr sz="1350"/>
            </a:lvl2pPr>
            <a:lvl3pPr marL="471488" indent="0">
              <a:lnSpc>
                <a:spcPct val="100000"/>
              </a:lnSpc>
              <a:spcAft>
                <a:spcPts val="450"/>
              </a:spcAft>
              <a:buNone/>
              <a:defRPr sz="1350"/>
            </a:lvl3pPr>
            <a:lvl4pPr marL="685800" indent="0">
              <a:spcAft>
                <a:spcPts val="1350"/>
              </a:spcAft>
              <a:buNone/>
              <a:defRPr sz="1200"/>
            </a:lvl4pPr>
            <a:lvl5pPr marL="857250" indent="0">
              <a:spcAft>
                <a:spcPts val="1350"/>
              </a:spcAft>
              <a:buNone/>
              <a:defRPr sz="1200"/>
            </a:lvl5pPr>
          </a:lstStyle>
          <a:p>
            <a:r>
              <a:rPr lang="en-US" dirty="0"/>
              <a:t>Click (or paste) to insert picture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9D2238-1436-45BC-2D0C-4D733FEF68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1392239"/>
            <a:ext cx="4000500" cy="30008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225"/>
              </a:spcAft>
              <a:buNone/>
              <a:defRPr sz="1350" b="0" i="0" cap="none" spc="0" baseline="0"/>
            </a:lvl1pPr>
          </a:lstStyle>
          <a:p>
            <a:pPr lvl="0"/>
            <a:r>
              <a:rPr lang="en-US" dirty="0"/>
              <a:t>Enter subtitle</a:t>
            </a:r>
          </a:p>
        </p:txBody>
      </p:sp>
    </p:spTree>
    <p:extLst>
      <p:ext uri="{BB962C8B-B14F-4D97-AF65-F5344CB8AC3E}">
        <p14:creationId xmlns:p14="http://schemas.microsoft.com/office/powerpoint/2010/main" val="7947398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368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, and Image with visu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D5368F4-2030-03F3-1497-C6D85632C88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335216" y="0"/>
            <a:ext cx="3808784" cy="51435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F8ECA2-6D6E-4722-9B75-7468AE1E58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4447" y="674260"/>
            <a:ext cx="4000500" cy="757130"/>
          </a:xfrm>
          <a:prstGeom prst="rect">
            <a:avLst/>
          </a:prstGeom>
        </p:spPr>
        <p:txBody>
          <a:bodyPr/>
          <a:lstStyle>
            <a:lvl1pPr>
              <a:defRPr b="0"/>
            </a:lvl1pPr>
          </a:lstStyle>
          <a:p>
            <a:r>
              <a:rPr lang="en-US" dirty="0"/>
              <a:t>Title, content, and image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5BCD8-5D1C-48DC-A21B-317A0B7D55A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200" y="1628776"/>
            <a:ext cx="4000500" cy="1095428"/>
          </a:xfrm>
        </p:spPr>
        <p:txBody>
          <a:bodyPr/>
          <a:lstStyle>
            <a:lvl1pPr marL="0" indent="0">
              <a:spcAft>
                <a:spcPts val="1350"/>
              </a:spcAft>
              <a:buNone/>
              <a:defRPr sz="1800"/>
            </a:lvl1pPr>
            <a:lvl2pPr marL="214313" indent="0">
              <a:spcAft>
                <a:spcPts val="1350"/>
              </a:spcAft>
              <a:buNone/>
              <a:defRPr sz="1500"/>
            </a:lvl2pPr>
            <a:lvl3pPr marL="471488" indent="0">
              <a:spcAft>
                <a:spcPts val="1350"/>
              </a:spcAft>
              <a:buNone/>
              <a:defRPr sz="1350"/>
            </a:lvl3pPr>
            <a:lvl4pPr marL="685800" indent="0">
              <a:spcAft>
                <a:spcPts val="1350"/>
              </a:spcAft>
              <a:buNone/>
              <a:defRPr sz="1200"/>
            </a:lvl4pPr>
            <a:lvl5pPr marL="857250" indent="0">
              <a:spcAft>
                <a:spcPts val="1350"/>
              </a:spcAft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3FE715-EC87-4B8E-9C5A-5A9D588BB97F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628650" y="5214938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685800" rtl="0" eaLnBrk="1" latinLnBrk="0" hangingPunct="1">
              <a:defRPr sz="675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B1EF3D5-2436-9240-B6D0-2048A71FFF33}" type="datetime1">
              <a:rPr lang="en-US" smtClean="0"/>
              <a:pPr/>
              <a:t>1/16/2026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D5F6CD-847A-4EBE-9BAA-72269373CEE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028950" y="5214938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685800" rtl="0" eaLnBrk="1" latinLnBrk="0" hangingPunct="1">
              <a:defRPr sz="675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C972F2-75D0-4C1D-B2C9-D4DDBBA7EBA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0623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368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, and Image with visual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A572058-8A2F-63B1-24B9-FF2FF1B0200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727888" y="0"/>
            <a:ext cx="2416112" cy="51435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F8ECA2-6D6E-4722-9B75-7468AE1E58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4446" y="840458"/>
            <a:ext cx="5818340" cy="424732"/>
          </a:xfrm>
          <a:prstGeom prst="rect">
            <a:avLst/>
          </a:prstGeom>
        </p:spPr>
        <p:txBody>
          <a:bodyPr/>
          <a:lstStyle>
            <a:lvl1pPr>
              <a:defRPr b="0"/>
            </a:lvl1pPr>
          </a:lstStyle>
          <a:p>
            <a:r>
              <a:rPr lang="en-US" dirty="0"/>
              <a:t>Title, content, and image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5BCD8-5D1C-48DC-A21B-317A0B7D55A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200" y="1628776"/>
            <a:ext cx="5818340" cy="1095428"/>
          </a:xfrm>
        </p:spPr>
        <p:txBody>
          <a:bodyPr/>
          <a:lstStyle>
            <a:lvl1pPr marL="0" indent="0">
              <a:spcAft>
                <a:spcPts val="1350"/>
              </a:spcAft>
              <a:buNone/>
              <a:defRPr sz="1800"/>
            </a:lvl1pPr>
            <a:lvl2pPr marL="214313" indent="0">
              <a:spcAft>
                <a:spcPts val="1350"/>
              </a:spcAft>
              <a:buNone/>
              <a:defRPr sz="1500"/>
            </a:lvl2pPr>
            <a:lvl3pPr marL="471488" indent="0">
              <a:spcAft>
                <a:spcPts val="1350"/>
              </a:spcAft>
              <a:buNone/>
              <a:defRPr sz="1350"/>
            </a:lvl3pPr>
            <a:lvl4pPr marL="685800" indent="0">
              <a:spcAft>
                <a:spcPts val="1350"/>
              </a:spcAft>
              <a:buNone/>
              <a:defRPr sz="1200"/>
            </a:lvl4pPr>
            <a:lvl5pPr marL="857250" indent="0">
              <a:spcAft>
                <a:spcPts val="1350"/>
              </a:spcAft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3FE715-EC87-4B8E-9C5A-5A9D588BB97F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628650" y="5214938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685800" rtl="0" eaLnBrk="1" latinLnBrk="0" hangingPunct="1">
              <a:defRPr sz="675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B1EF3D5-2436-9240-B6D0-2048A71FFF33}" type="datetime1">
              <a:rPr lang="en-US" smtClean="0"/>
              <a:pPr/>
              <a:t>1/16/2026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D5F6CD-847A-4EBE-9BAA-72269373CEE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028950" y="5214938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685800" rtl="0" eaLnBrk="1" latinLnBrk="0" hangingPunct="1">
              <a:defRPr sz="675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C972F2-75D0-4C1D-B2C9-D4DDBBA7EBA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7367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368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A4C8A-667C-40C7-9A6D-BA3F977C5F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B81369-2E97-4C0B-9762-D765E2837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E664279-4250-A96A-6486-AE31E9C56E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1" y="1285873"/>
            <a:ext cx="3287111" cy="653256"/>
          </a:xfrm>
        </p:spPr>
        <p:txBody>
          <a:bodyPr/>
          <a:lstStyle>
            <a:lvl1pPr marL="144018" indent="-144018">
              <a:buFont typeface="Arial" panose="020B0604020202020204" pitchFamily="34" charset="0"/>
              <a:buChar char="•"/>
              <a:defRPr sz="1350"/>
            </a:lvl1pPr>
            <a:lvl2pPr marL="144018" indent="-144018">
              <a:buFont typeface="Arial" panose="020B0604020202020204" pitchFamily="34" charset="0"/>
              <a:buChar char="•"/>
              <a:defRPr sz="1050"/>
            </a:lvl2pPr>
            <a:lvl3pPr marL="144018" indent="-144018">
              <a:buFont typeface="Arial" panose="020B0604020202020204" pitchFamily="34" charset="0"/>
              <a:buChar char="•"/>
              <a:defRPr sz="1050"/>
            </a:lvl3pPr>
            <a:lvl4pPr marL="144018" indent="-144018">
              <a:buFont typeface="Arial" panose="020B0604020202020204" pitchFamily="34" charset="0"/>
              <a:buChar char="•"/>
              <a:defRPr sz="1050"/>
            </a:lvl4pPr>
            <a:lvl5pPr marL="144018" indent="-144018">
              <a:buFont typeface="Arial" panose="020B0604020202020204" pitchFamily="34" charset="0"/>
              <a:buChar char="•"/>
              <a:defRPr sz="1050"/>
            </a:lvl5pPr>
          </a:lstStyle>
          <a:p>
            <a:pPr algn="l"/>
            <a:r>
              <a:rPr lang="en-US" dirty="0"/>
              <a:t>Business outcome: Overview sentence that details what solution does and the measurable business impact(s)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EBF22DB-640F-BCEF-3166-A614406EAA0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1" y="3508811"/>
            <a:ext cx="3287111" cy="653256"/>
          </a:xfrm>
        </p:spPr>
        <p:txBody>
          <a:bodyPr/>
          <a:lstStyle>
            <a:lvl1pPr marL="144018" indent="-144018">
              <a:buFont typeface="Arial" panose="020B0604020202020204" pitchFamily="34" charset="0"/>
              <a:buChar char="•"/>
              <a:defRPr sz="1350"/>
            </a:lvl1pPr>
            <a:lvl2pPr marL="144018" indent="-144018">
              <a:buFont typeface="Arial" panose="020B0604020202020204" pitchFamily="34" charset="0"/>
              <a:buChar char="•"/>
              <a:defRPr sz="1050"/>
            </a:lvl2pPr>
            <a:lvl3pPr marL="144018" indent="-144018">
              <a:buFont typeface="Arial" panose="020B0604020202020204" pitchFamily="34" charset="0"/>
              <a:buChar char="•"/>
              <a:defRPr sz="1050"/>
            </a:lvl3pPr>
            <a:lvl4pPr marL="144018" indent="-144018">
              <a:buFont typeface="Arial" panose="020B0604020202020204" pitchFamily="34" charset="0"/>
              <a:buChar char="•"/>
              <a:defRPr sz="1050"/>
            </a:lvl4pPr>
            <a:lvl5pPr marL="144018" indent="-144018">
              <a:buFont typeface="Arial" panose="020B0604020202020204" pitchFamily="34" charset="0"/>
              <a:buChar char="•"/>
              <a:defRPr sz="1050"/>
            </a:lvl5pPr>
          </a:lstStyle>
          <a:p>
            <a:pPr algn="l"/>
            <a:r>
              <a:rPr lang="en-US" dirty="0"/>
              <a:t>Technology overview: Describe the solution type and AWS services used in the solution 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FE3790A5-9764-347C-5F93-8CC1FEA02E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97342"/>
            <a:ext cx="3287111" cy="653256"/>
          </a:xfrm>
        </p:spPr>
        <p:txBody>
          <a:bodyPr/>
          <a:lstStyle>
            <a:lvl1pPr marL="144018" indent="-144018">
              <a:buFont typeface="Arial" panose="020B0604020202020204" pitchFamily="34" charset="0"/>
              <a:buChar char="•"/>
              <a:defRPr sz="1350"/>
            </a:lvl1pPr>
            <a:lvl2pPr marL="144018" indent="-144018">
              <a:buFont typeface="Arial" panose="020B0604020202020204" pitchFamily="34" charset="0"/>
              <a:buChar char="•"/>
              <a:defRPr sz="1050"/>
            </a:lvl2pPr>
            <a:lvl3pPr marL="144018" indent="-144018">
              <a:buFont typeface="Arial" panose="020B0604020202020204" pitchFamily="34" charset="0"/>
              <a:buChar char="•"/>
              <a:defRPr sz="1050"/>
            </a:lvl3pPr>
            <a:lvl4pPr marL="144018" indent="-144018">
              <a:buFont typeface="Arial" panose="020B0604020202020204" pitchFamily="34" charset="0"/>
              <a:buChar char="•"/>
              <a:defRPr sz="1050"/>
            </a:lvl4pPr>
            <a:lvl5pPr marL="144018" indent="-144018">
              <a:buFont typeface="Arial" panose="020B0604020202020204" pitchFamily="34" charset="0"/>
              <a:buChar char="•"/>
              <a:defRPr sz="1050"/>
            </a:lvl5pPr>
          </a:lstStyle>
          <a:p>
            <a:pPr algn="l"/>
            <a:r>
              <a:rPr lang="en-US" dirty="0"/>
              <a:t>Value proposition: 3-4 key capabilities of the technical solution being demonstrated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854137F8-DC6F-07B4-2BB2-FC844BAFEBD9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202834" y="1285874"/>
            <a:ext cx="2483966" cy="279307"/>
          </a:xfrm>
          <a:effectLst>
            <a:outerShdw blurRad="234885" dist="74547" dir="2700000" algn="tl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algn="ctr">
              <a:defRPr/>
            </a:lvl1pPr>
          </a:lstStyle>
          <a:p>
            <a:r>
              <a:rPr lang="en-US" dirty="0"/>
              <a:t>Upload or paste photo here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A855FCE2-734F-303B-F235-117EE1FFC48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938288" y="1549751"/>
            <a:ext cx="2483966" cy="279307"/>
          </a:xfrm>
          <a:effectLst>
            <a:outerShdw blurRad="234885" dist="74547" dir="2700000" algn="tl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algn="ctr">
              <a:defRPr/>
            </a:lvl1pPr>
          </a:lstStyle>
          <a:p>
            <a:r>
              <a:rPr lang="en-US" dirty="0"/>
              <a:t>Upload or paste photo here</a:t>
            </a:r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26B6D3EB-08A0-D0BF-5B9A-B977818CA0D1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202834" y="2822991"/>
            <a:ext cx="2483966" cy="279307"/>
          </a:xfrm>
          <a:effectLst>
            <a:outerShdw blurRad="234885" dist="74547" dir="2700000" algn="tl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algn="ctr">
              <a:defRPr/>
            </a:lvl1pPr>
          </a:lstStyle>
          <a:p>
            <a:r>
              <a:rPr lang="en-US" dirty="0"/>
              <a:t>Upload or paste photo here</a:t>
            </a:r>
          </a:p>
        </p:txBody>
      </p:sp>
      <p:sp>
        <p:nvSpPr>
          <p:cNvPr id="16" name="Picture Placeholder 12">
            <a:extLst>
              <a:ext uri="{FF2B5EF4-FFF2-40B4-BE49-F238E27FC236}">
                <a16:creationId xmlns:a16="http://schemas.microsoft.com/office/drawing/2014/main" id="{92440101-4BAA-09EB-6394-8B68E50C37E8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3938288" y="3086060"/>
            <a:ext cx="2483966" cy="279307"/>
          </a:xfrm>
          <a:effectLst>
            <a:outerShdw blurRad="234885" dist="74547" dir="2700000" algn="tl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algn="ctr">
              <a:defRPr/>
            </a:lvl1pPr>
          </a:lstStyle>
          <a:p>
            <a:r>
              <a:rPr lang="en-US" dirty="0"/>
              <a:t>Upload or paste photo here</a:t>
            </a:r>
          </a:p>
        </p:txBody>
      </p:sp>
    </p:spTree>
    <p:extLst>
      <p:ext uri="{BB962C8B-B14F-4D97-AF65-F5344CB8AC3E}">
        <p14:creationId xmlns:p14="http://schemas.microsoft.com/office/powerpoint/2010/main" val="101301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vide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8ECA2-6D6E-4722-9B75-7468AE1E58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Demo title and persona view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2CBB3C-A513-466E-B53F-E5E5781263E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1068545"/>
            <a:ext cx="8229600" cy="30008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225"/>
              </a:spcAft>
              <a:buNone/>
              <a:defRPr sz="1350" b="0" i="0" cap="none" spc="0" baseline="0"/>
            </a:lvl1pPr>
          </a:lstStyle>
          <a:p>
            <a:r>
              <a:rPr lang="en-US" dirty="0"/>
              <a:t>Subtitle to summarize the key technical solution benefit(s)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19C1A1-91E5-46D2-97FB-94E48C63B96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Media Placeholder 8">
            <a:extLst>
              <a:ext uri="{FF2B5EF4-FFF2-40B4-BE49-F238E27FC236}">
                <a16:creationId xmlns:a16="http://schemas.microsoft.com/office/drawing/2014/main" id="{8516DE58-22D0-31D4-6B85-337A473259D0}"/>
              </a:ext>
            </a:extLst>
          </p:cNvPr>
          <p:cNvSpPr>
            <a:spLocks noGrp="1"/>
          </p:cNvSpPr>
          <p:nvPr>
            <p:ph type="media" sz="quarter" idx="14" hasCustomPrompt="1"/>
          </p:nvPr>
        </p:nvSpPr>
        <p:spPr>
          <a:xfrm>
            <a:off x="457200" y="1443038"/>
            <a:ext cx="8229600" cy="279307"/>
          </a:xfrm>
        </p:spPr>
        <p:txBody>
          <a:bodyPr/>
          <a:lstStyle/>
          <a:p>
            <a:r>
              <a:rPr lang="en-US" dirty="0"/>
              <a:t>Upload or paste video</a:t>
            </a:r>
          </a:p>
        </p:txBody>
      </p:sp>
    </p:spTree>
    <p:extLst>
      <p:ext uri="{BB962C8B-B14F-4D97-AF65-F5344CB8AC3E}">
        <p14:creationId xmlns:p14="http://schemas.microsoft.com/office/powerpoint/2010/main" val="36192985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0">
          <p15:clr>
            <a:srgbClr val="9FCC3B"/>
          </p15:clr>
        </p15:guide>
        <p15:guide id="2" orient="horz" pos="1128">
          <p15:clr>
            <a:srgbClr val="9FCC3B"/>
          </p15:clr>
        </p15:guide>
        <p15:guide id="3" orient="horz" pos="1344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er stor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D41CD-EE1A-4E63-BBDD-173E281256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676641"/>
            <a:ext cx="8551184" cy="42473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Customer story slide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CB7E0003-F180-4528-9992-B9342F92AF4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57649" y="1588073"/>
            <a:ext cx="4330400" cy="161583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Aft>
                <a:spcPts val="1350"/>
              </a:spcAft>
              <a:buNone/>
              <a:defRPr sz="105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Enter text: Challenge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9F1E5D-EEF6-9840-9346-15C8E1C2ED36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7834CDD4-D76F-4459-B025-0310E913C2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270C9A9D-7542-7043-9EAC-E26BAE41411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457648" y="2683692"/>
            <a:ext cx="4330400" cy="161583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Aft>
                <a:spcPts val="1350"/>
              </a:spcAft>
              <a:buNone/>
              <a:defRPr sz="105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Enter text: Solution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A4052ECE-FEF0-8847-9708-1EFF2E5E52F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57649" y="3779310"/>
            <a:ext cx="4330400" cy="161583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Aft>
                <a:spcPts val="1350"/>
              </a:spcAft>
              <a:buNone/>
              <a:defRPr sz="105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Enter text: Impact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A7060DAC-1EE9-D358-C685-B81C280CC0E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198" y="1588073"/>
            <a:ext cx="2156260" cy="802143"/>
          </a:xfrm>
        </p:spPr>
        <p:txBody>
          <a:bodyPr>
            <a:norm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tabLst/>
              <a:defRPr sz="105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tabLst/>
              <a:defRPr/>
            </a:pPr>
            <a:r>
              <a:rPr lang="en-US" dirty="0"/>
              <a:t>Click on the image icon to add customer logo.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85EB09-CA66-DD22-B951-AD8EF718B1BD}"/>
              </a:ext>
            </a:extLst>
          </p:cNvPr>
          <p:cNvSpPr txBox="1"/>
          <p:nvPr userDrawn="1"/>
        </p:nvSpPr>
        <p:spPr>
          <a:xfrm>
            <a:off x="4450988" y="2443173"/>
            <a:ext cx="1237944" cy="253916"/>
          </a:xfrm>
          <a:prstGeom prst="rect">
            <a:avLst/>
          </a:prstGeom>
          <a:noFill/>
        </p:spPr>
        <p:txBody>
          <a:bodyPr wrap="square" lIns="0" rIns="0" rtlCol="0" anchor="ctr">
            <a:spAutoFit/>
          </a:bodyPr>
          <a:lstStyle/>
          <a:p>
            <a:pPr lvl="0"/>
            <a:r>
              <a:rPr lang="en-US" sz="1050" b="1" i="0" spc="240" baseline="0" dirty="0">
                <a:solidFill>
                  <a:srgbClr val="007FAA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rPr>
              <a:t>SOLUTION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DED6CE-B541-CC6A-D532-D50EF8FF7DB1}"/>
              </a:ext>
            </a:extLst>
          </p:cNvPr>
          <p:cNvSpPr txBox="1"/>
          <p:nvPr userDrawn="1"/>
        </p:nvSpPr>
        <p:spPr>
          <a:xfrm>
            <a:off x="4449750" y="3565905"/>
            <a:ext cx="821606" cy="253916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lvl="0"/>
            <a:r>
              <a:rPr lang="en-US" sz="1050" b="1" i="0" spc="240" baseline="0" dirty="0">
                <a:solidFill>
                  <a:srgbClr val="007FAA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rPr>
              <a:t>IMPACT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B66A4C-B16C-D125-8C96-D884552883F0}"/>
              </a:ext>
            </a:extLst>
          </p:cNvPr>
          <p:cNvSpPr txBox="1"/>
          <p:nvPr userDrawn="1"/>
        </p:nvSpPr>
        <p:spPr>
          <a:xfrm>
            <a:off x="4455635" y="1373444"/>
            <a:ext cx="887422" cy="253916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lvl="0"/>
            <a:r>
              <a:rPr lang="en-US" sz="1050" b="1" i="0" spc="240" baseline="0" dirty="0">
                <a:solidFill>
                  <a:srgbClr val="007FAA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rPr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16512939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064">
          <p15:clr>
            <a:srgbClr val="FBAE40"/>
          </p15:clr>
        </p15:guide>
        <p15:guide id="2" orient="horz" pos="2448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er story with qu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D41CD-EE1A-4E63-BBDD-173E281256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678128"/>
            <a:ext cx="8551184" cy="42473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Customer story slide with quote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CB7E0003-F180-4528-9992-B9342F92AF4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57649" y="1588075"/>
            <a:ext cx="4330400" cy="161583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Aft>
                <a:spcPts val="1350"/>
              </a:spcAft>
              <a:buNone/>
              <a:defRPr sz="1050"/>
            </a:lvl1pPr>
          </a:lstStyle>
          <a:p>
            <a:pPr lvl="0"/>
            <a:r>
              <a:rPr lang="en-US" dirty="0"/>
              <a:t>Enter text: Challenge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9F1E5D-EEF6-9840-9346-15C8E1C2ED36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7834CDD4-D76F-4459-B025-0310E913C2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270C9A9D-7542-7043-9EAC-E26BAE41411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457648" y="2683694"/>
            <a:ext cx="4330400" cy="161583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Aft>
                <a:spcPts val="1350"/>
              </a:spcAft>
              <a:buNone/>
              <a:defRPr sz="1050"/>
            </a:lvl1pPr>
          </a:lstStyle>
          <a:p>
            <a:pPr lvl="0"/>
            <a:r>
              <a:rPr lang="en-US" dirty="0"/>
              <a:t>Enter text: Solution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A4052ECE-FEF0-8847-9708-1EFF2E5E52F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57649" y="3779312"/>
            <a:ext cx="4330400" cy="161583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Aft>
                <a:spcPts val="1350"/>
              </a:spcAft>
              <a:buNone/>
              <a:defRPr sz="1050"/>
            </a:lvl1pPr>
          </a:lstStyle>
          <a:p>
            <a:pPr lvl="0"/>
            <a:r>
              <a:rPr lang="en-US" dirty="0"/>
              <a:t>Enter text: Impact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2F262EE-4874-7043-972B-FC8E01264F9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7199" y="2971301"/>
            <a:ext cx="3301990" cy="166199"/>
          </a:xfrm>
        </p:spPr>
        <p:txBody>
          <a:bodyPr lIns="0" tIns="0" rIns="0" bIns="0" anchor="t"/>
          <a:lstStyle>
            <a:lvl1pPr marL="0" indent="0">
              <a:spcAft>
                <a:spcPts val="1350"/>
              </a:spcAft>
              <a:buNone/>
              <a:defRPr sz="1200" b="1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Enter quote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4048E6A8-BF49-284F-9AB8-66859D12DA4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7199" y="3880162"/>
            <a:ext cx="3301990" cy="236603"/>
          </a:xfrm>
        </p:spPr>
        <p:txBody>
          <a:bodyPr lIns="0" tIns="0" rIns="0" bIns="0"/>
          <a:lstStyle>
            <a:lvl1pPr marL="0" indent="0">
              <a:spcAft>
                <a:spcPts val="225"/>
              </a:spcAft>
              <a:buNone/>
              <a:defRPr sz="75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company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68A69304-E974-4CA6-EE0B-15CEF42E406E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136496" y="2971300"/>
            <a:ext cx="219456" cy="279307"/>
          </a:xfrm>
          <a:blipFill dpi="0" rotWithShape="1"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A5FC4236-00FA-3CB2-95FF-B4F3E0B21AAF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 rot="10800000">
            <a:off x="9028189" y="5167687"/>
            <a:ext cx="92042" cy="279307"/>
          </a:xfrm>
          <a:blipFill dpi="0" rotWithShape="1">
            <a:blip r:embed="rId2">
              <a:alphaModFix amt="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563FAE9-E87F-90BD-5E96-08FF7D76E7F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198" y="1588073"/>
            <a:ext cx="2156260" cy="802143"/>
          </a:xfrm>
        </p:spPr>
        <p:txBody>
          <a:bodyPr>
            <a:norm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tabLst/>
              <a:defRPr sz="105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tabLst/>
              <a:defRPr/>
            </a:pPr>
            <a:r>
              <a:rPr lang="en-US" dirty="0"/>
              <a:t>Click on the image icon to add customer logo.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B66C80-E473-9F38-41BF-E8D79F6F601C}"/>
              </a:ext>
            </a:extLst>
          </p:cNvPr>
          <p:cNvSpPr txBox="1"/>
          <p:nvPr userDrawn="1"/>
        </p:nvSpPr>
        <p:spPr>
          <a:xfrm>
            <a:off x="4450988" y="2443173"/>
            <a:ext cx="1237944" cy="253916"/>
          </a:xfrm>
          <a:prstGeom prst="rect">
            <a:avLst/>
          </a:prstGeom>
          <a:noFill/>
        </p:spPr>
        <p:txBody>
          <a:bodyPr wrap="square" lIns="0" rIns="0" rtlCol="0" anchor="ctr">
            <a:spAutoFit/>
          </a:bodyPr>
          <a:lstStyle/>
          <a:p>
            <a:pPr lvl="0"/>
            <a:r>
              <a:rPr lang="en-US" sz="1050" b="1" i="0" spc="240" baseline="0" dirty="0">
                <a:solidFill>
                  <a:srgbClr val="007FAA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rPr>
              <a:t>SOLUTION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B3DC3B-7B7E-F73A-F13C-BDB35DDF809D}"/>
              </a:ext>
            </a:extLst>
          </p:cNvPr>
          <p:cNvSpPr txBox="1"/>
          <p:nvPr userDrawn="1"/>
        </p:nvSpPr>
        <p:spPr>
          <a:xfrm>
            <a:off x="4449750" y="3565905"/>
            <a:ext cx="821606" cy="253916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lvl="0"/>
            <a:r>
              <a:rPr lang="en-US" sz="1050" b="1" i="0" spc="240" baseline="0" dirty="0">
                <a:solidFill>
                  <a:srgbClr val="007FAA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rPr>
              <a:t>IMPACT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4CA39A-648F-6C19-40E9-6CF497A182C5}"/>
              </a:ext>
            </a:extLst>
          </p:cNvPr>
          <p:cNvSpPr txBox="1"/>
          <p:nvPr userDrawn="1"/>
        </p:nvSpPr>
        <p:spPr>
          <a:xfrm>
            <a:off x="4455635" y="1373444"/>
            <a:ext cx="887422" cy="253916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lvl="0"/>
            <a:r>
              <a:rPr lang="en-US" sz="1050" b="1" i="0" spc="240" baseline="0" dirty="0">
                <a:solidFill>
                  <a:srgbClr val="007FAA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rPr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18321213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064">
          <p15:clr>
            <a:srgbClr val="FBAE40"/>
          </p15:clr>
        </p15:guide>
        <p15:guide id="2" orient="horz" pos="2448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er story slide with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D41CD-EE1A-4E63-BBDD-173E281256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676641"/>
            <a:ext cx="8551184" cy="42473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Customer story slide with fact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CB7E0003-F180-4528-9992-B9342F92AF4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57649" y="1588073"/>
            <a:ext cx="4330400" cy="161583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Aft>
                <a:spcPts val="1350"/>
              </a:spcAft>
              <a:buNone/>
              <a:defRPr sz="105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Enter text: Challenge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9F1E5D-EEF6-9840-9346-15C8E1C2ED36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7834CDD4-D76F-4459-B025-0310E913C2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270C9A9D-7542-7043-9EAC-E26BAE41411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457648" y="2683692"/>
            <a:ext cx="4330400" cy="161583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Aft>
                <a:spcPts val="1350"/>
              </a:spcAft>
              <a:buNone/>
              <a:defRPr sz="105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Enter text: Solution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A4052ECE-FEF0-8847-9708-1EFF2E5E52F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57649" y="3779310"/>
            <a:ext cx="4330400" cy="161583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Aft>
                <a:spcPts val="1350"/>
              </a:spcAft>
              <a:buNone/>
              <a:defRPr sz="105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Enter text: Impact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06C8B66-DB29-0626-D7E3-DE31BBD8140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7198" y="3433059"/>
            <a:ext cx="2802836" cy="161583"/>
          </a:xfrm>
        </p:spPr>
        <p:txBody>
          <a:bodyPr tIns="0" bIns="0" anchor="t"/>
          <a:lstStyle>
            <a:lvl1pPr marL="0" indent="0">
              <a:lnSpc>
                <a:spcPct val="100000"/>
              </a:lnSpc>
              <a:spcAft>
                <a:spcPts val="450"/>
              </a:spcAft>
              <a:buNone/>
              <a:defRPr sz="1050" b="1" i="1"/>
            </a:lvl1pPr>
            <a:lvl2pPr marL="214313" indent="0">
              <a:buNone/>
              <a:defRPr sz="1050" b="1"/>
            </a:lvl2pPr>
            <a:lvl3pPr marL="471488" indent="0">
              <a:buNone/>
              <a:defRPr sz="1050" b="1"/>
            </a:lvl3pPr>
            <a:lvl4pPr marL="644129" indent="0">
              <a:buNone/>
              <a:defRPr sz="1050" b="1"/>
            </a:lvl4pPr>
            <a:lvl5pPr marL="772716" indent="0">
              <a:buNone/>
              <a:defRPr sz="1050" b="1"/>
            </a:lvl5pPr>
          </a:lstStyle>
          <a:p>
            <a:pPr lvl="0"/>
            <a:r>
              <a:rPr lang="en-US" dirty="0"/>
              <a:t>Enter fact text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8E0896-C2F9-6F68-7B77-2E2F5E722888}"/>
              </a:ext>
            </a:extLst>
          </p:cNvPr>
          <p:cNvSpPr txBox="1"/>
          <p:nvPr userDrawn="1"/>
        </p:nvSpPr>
        <p:spPr>
          <a:xfrm>
            <a:off x="4450988" y="2443173"/>
            <a:ext cx="1237944" cy="253916"/>
          </a:xfrm>
          <a:prstGeom prst="rect">
            <a:avLst/>
          </a:prstGeom>
          <a:noFill/>
        </p:spPr>
        <p:txBody>
          <a:bodyPr wrap="square" lIns="0" rIns="0" rtlCol="0" anchor="ctr">
            <a:spAutoFit/>
          </a:bodyPr>
          <a:lstStyle/>
          <a:p>
            <a:pPr lvl="0"/>
            <a:r>
              <a:rPr lang="en-US" sz="1050" b="1" i="0" spc="240" baseline="0" dirty="0">
                <a:solidFill>
                  <a:srgbClr val="007FAA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rPr>
              <a:t>SOLUTION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DE1848-930F-4CE1-06FB-C2C0F821B8FD}"/>
              </a:ext>
            </a:extLst>
          </p:cNvPr>
          <p:cNvSpPr txBox="1"/>
          <p:nvPr userDrawn="1"/>
        </p:nvSpPr>
        <p:spPr>
          <a:xfrm>
            <a:off x="4449750" y="3565905"/>
            <a:ext cx="821606" cy="253916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lvl="0"/>
            <a:r>
              <a:rPr lang="en-US" sz="1050" b="1" i="0" spc="240" baseline="0" dirty="0">
                <a:solidFill>
                  <a:srgbClr val="007FAA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rPr>
              <a:t>IMPACT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05711D-DE68-AB05-F77C-4CEA68DDAEE3}"/>
              </a:ext>
            </a:extLst>
          </p:cNvPr>
          <p:cNvSpPr txBox="1"/>
          <p:nvPr userDrawn="1"/>
        </p:nvSpPr>
        <p:spPr>
          <a:xfrm>
            <a:off x="4455635" y="1373444"/>
            <a:ext cx="887422" cy="253916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lvl="0"/>
            <a:r>
              <a:rPr lang="en-US" sz="1050" b="1" i="0" spc="240" baseline="0" dirty="0">
                <a:solidFill>
                  <a:srgbClr val="007FAA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rPr>
              <a:t>OVERVIEW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419BD42-466A-6D30-163B-FAADB6B7B3D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198" y="1588073"/>
            <a:ext cx="2156260" cy="802143"/>
          </a:xfrm>
        </p:spPr>
        <p:txBody>
          <a:bodyPr>
            <a:norm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tabLst/>
              <a:defRPr sz="105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tabLst/>
              <a:defRPr/>
            </a:pPr>
            <a:r>
              <a:rPr lang="en-US" dirty="0"/>
              <a:t>Click on the image icon to add customer logo.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79459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064">
          <p15:clr>
            <a:srgbClr val="FBAE40"/>
          </p15:clr>
        </p15:guide>
        <p15:guide id="2" orient="horz" pos="2448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er story slide with two company fa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D41CD-EE1A-4E63-BBDD-173E281256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676641"/>
            <a:ext cx="8551184" cy="42473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Customer story slide with two company facts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CB7E0003-F180-4528-9992-B9342F92AF4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57649" y="1588073"/>
            <a:ext cx="4330400" cy="161583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Aft>
                <a:spcPts val="1350"/>
              </a:spcAft>
              <a:buNone/>
              <a:defRPr sz="105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Enter text: Challenge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9F1E5D-EEF6-9840-9346-15C8E1C2ED36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7834CDD4-D76F-4459-B025-0310E913C2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270C9A9D-7542-7043-9EAC-E26BAE41411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457648" y="2683692"/>
            <a:ext cx="4330400" cy="161583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Aft>
                <a:spcPts val="1350"/>
              </a:spcAft>
              <a:buNone/>
              <a:defRPr sz="105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Enter text: Solution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A4052ECE-FEF0-8847-9708-1EFF2E5E52F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57649" y="3779310"/>
            <a:ext cx="4330400" cy="161583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Aft>
                <a:spcPts val="1350"/>
              </a:spcAft>
              <a:buNone/>
              <a:defRPr sz="105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Enter text: Impact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06C8B66-DB29-0626-D7E3-DE31BBD8140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7198" y="2182617"/>
            <a:ext cx="3556749" cy="161583"/>
          </a:xfrm>
        </p:spPr>
        <p:txBody>
          <a:bodyPr tIns="0" bIns="0" anchor="t"/>
          <a:lstStyle>
            <a:lvl1pPr marL="0" indent="0">
              <a:lnSpc>
                <a:spcPct val="100000"/>
              </a:lnSpc>
              <a:spcAft>
                <a:spcPts val="450"/>
              </a:spcAft>
              <a:buNone/>
              <a:defRPr sz="1050" b="1" i="1"/>
            </a:lvl1pPr>
            <a:lvl2pPr marL="214313" indent="0">
              <a:buNone/>
              <a:defRPr sz="1050" b="1"/>
            </a:lvl2pPr>
            <a:lvl3pPr marL="471488" indent="0">
              <a:buNone/>
              <a:defRPr sz="1050" b="1"/>
            </a:lvl3pPr>
            <a:lvl4pPr marL="644129" indent="0">
              <a:buNone/>
              <a:defRPr sz="1050" b="1"/>
            </a:lvl4pPr>
            <a:lvl5pPr marL="772716" indent="0">
              <a:buNone/>
              <a:defRPr sz="1050" b="1"/>
            </a:lvl5pPr>
          </a:lstStyle>
          <a:p>
            <a:pPr lvl="0"/>
            <a:r>
              <a:rPr lang="en-US" dirty="0"/>
              <a:t>Enter fact text 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419BD42-466A-6D30-163B-FAADB6B7B3D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198" y="1447015"/>
            <a:ext cx="1277473" cy="990015"/>
          </a:xfr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tabLst/>
              <a:defRPr sz="105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tabLst/>
              <a:defRPr/>
            </a:pPr>
            <a:r>
              <a:rPr lang="en-US" dirty="0"/>
              <a:t>Click on the image icon to add customer logo.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BAAE32A0-86D5-3355-2DC2-2CBCF4F7B44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7198" y="3880186"/>
            <a:ext cx="3556749" cy="161583"/>
          </a:xfrm>
        </p:spPr>
        <p:txBody>
          <a:bodyPr tIns="0" bIns="0" anchor="t"/>
          <a:lstStyle>
            <a:lvl1pPr marL="0" indent="0">
              <a:lnSpc>
                <a:spcPct val="100000"/>
              </a:lnSpc>
              <a:spcAft>
                <a:spcPts val="450"/>
              </a:spcAft>
              <a:buNone/>
              <a:defRPr sz="1050" b="1" i="1"/>
            </a:lvl1pPr>
            <a:lvl2pPr marL="214313" indent="0">
              <a:buNone/>
              <a:defRPr sz="1050" b="1"/>
            </a:lvl2pPr>
            <a:lvl3pPr marL="471488" indent="0">
              <a:buNone/>
              <a:defRPr sz="1050" b="1"/>
            </a:lvl3pPr>
            <a:lvl4pPr marL="644129" indent="0">
              <a:buNone/>
              <a:defRPr sz="1050" b="1"/>
            </a:lvl4pPr>
            <a:lvl5pPr marL="772716" indent="0">
              <a:buNone/>
              <a:defRPr sz="1050" b="1"/>
            </a:lvl5pPr>
          </a:lstStyle>
          <a:p>
            <a:pPr lvl="0"/>
            <a:r>
              <a:rPr lang="en-US" dirty="0"/>
              <a:t>Enter fact text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4CD38EA-2EA9-72A6-FBDF-6D9BC2A63708}"/>
              </a:ext>
            </a:extLst>
          </p:cNvPr>
          <p:cNvSpPr>
            <a:spLocks noGrp="1"/>
          </p:cNvSpPr>
          <p:nvPr>
            <p:ph idx="31" hasCustomPrompt="1"/>
          </p:nvPr>
        </p:nvSpPr>
        <p:spPr>
          <a:xfrm>
            <a:off x="457198" y="3144584"/>
            <a:ext cx="1277473" cy="990015"/>
          </a:xfr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tabLst/>
              <a:defRPr sz="105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tabLst/>
              <a:defRPr/>
            </a:pPr>
            <a:r>
              <a:rPr lang="en-US" dirty="0"/>
              <a:t>Click on the image icon to add customer logo.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3AC8BA-A413-28D8-BD80-FE23F23D78BE}"/>
              </a:ext>
            </a:extLst>
          </p:cNvPr>
          <p:cNvSpPr txBox="1"/>
          <p:nvPr userDrawn="1"/>
        </p:nvSpPr>
        <p:spPr>
          <a:xfrm>
            <a:off x="4450988" y="2443173"/>
            <a:ext cx="1237944" cy="253916"/>
          </a:xfrm>
          <a:prstGeom prst="rect">
            <a:avLst/>
          </a:prstGeom>
          <a:noFill/>
        </p:spPr>
        <p:txBody>
          <a:bodyPr wrap="square" lIns="0" rIns="0" rtlCol="0" anchor="ctr">
            <a:spAutoFit/>
          </a:bodyPr>
          <a:lstStyle/>
          <a:p>
            <a:pPr lvl="0"/>
            <a:r>
              <a:rPr lang="en-US" sz="1050" b="1" i="0" spc="240" baseline="0" dirty="0">
                <a:solidFill>
                  <a:srgbClr val="007FAA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rPr>
              <a:t>SOLUTION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07F1C8A-833E-7411-EAE8-E3521FE9E50E}"/>
              </a:ext>
            </a:extLst>
          </p:cNvPr>
          <p:cNvSpPr txBox="1"/>
          <p:nvPr userDrawn="1"/>
        </p:nvSpPr>
        <p:spPr>
          <a:xfrm>
            <a:off x="4449750" y="3565905"/>
            <a:ext cx="821606" cy="253916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lvl="0"/>
            <a:r>
              <a:rPr lang="en-US" sz="1050" b="1" i="0" spc="240" baseline="0" dirty="0">
                <a:solidFill>
                  <a:srgbClr val="007FAA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rPr>
              <a:t>IMPACT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DFC258D-9AAB-6E37-3157-6EEF74029BB9}"/>
              </a:ext>
            </a:extLst>
          </p:cNvPr>
          <p:cNvSpPr txBox="1"/>
          <p:nvPr userDrawn="1"/>
        </p:nvSpPr>
        <p:spPr>
          <a:xfrm>
            <a:off x="4455635" y="1373444"/>
            <a:ext cx="887422" cy="253916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lvl="0"/>
            <a:r>
              <a:rPr lang="en-US" sz="1050" b="1" i="0" spc="240" baseline="0" dirty="0">
                <a:solidFill>
                  <a:srgbClr val="007FAA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rPr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3793314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064">
          <p15:clr>
            <a:srgbClr val="FBAE40"/>
          </p15:clr>
        </p15:guide>
        <p15:guide id="2" orient="horz" pos="2448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er story slide with partn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D41CD-EE1A-4E63-BBDD-173E281256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676641"/>
            <a:ext cx="8551184" cy="42473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Customer story slide with partners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CB7E0003-F180-4528-9992-B9342F92AF4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57649" y="1588075"/>
            <a:ext cx="4330400" cy="161583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Aft>
                <a:spcPts val="1350"/>
              </a:spcAft>
              <a:buNone/>
              <a:defRPr sz="1050"/>
            </a:lvl1pPr>
          </a:lstStyle>
          <a:p>
            <a:pPr lvl="0"/>
            <a:r>
              <a:rPr lang="en-US" dirty="0"/>
              <a:t>Enter text: Challenge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9F1E5D-EEF6-9840-9346-15C8E1C2ED36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7834CDD4-D76F-4459-B025-0310E913C2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270C9A9D-7542-7043-9EAC-E26BAE41411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457648" y="2683694"/>
            <a:ext cx="4330400" cy="161583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Aft>
                <a:spcPts val="1350"/>
              </a:spcAft>
              <a:buNone/>
              <a:defRPr sz="1050"/>
            </a:lvl1pPr>
          </a:lstStyle>
          <a:p>
            <a:pPr lvl="0"/>
            <a:r>
              <a:rPr lang="en-US" dirty="0"/>
              <a:t>Enter text: Solution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A4052ECE-FEF0-8847-9708-1EFF2E5E52F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57649" y="3779312"/>
            <a:ext cx="4330400" cy="161583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Aft>
                <a:spcPts val="1350"/>
              </a:spcAft>
              <a:buNone/>
              <a:defRPr sz="1050"/>
            </a:lvl1pPr>
          </a:lstStyle>
          <a:p>
            <a:pPr lvl="0"/>
            <a:r>
              <a:rPr lang="en-US" dirty="0"/>
              <a:t>Enter text: Impact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5B49AC-B1F5-453E-BC4E-E52E02C685CB}"/>
              </a:ext>
            </a:extLst>
          </p:cNvPr>
          <p:cNvSpPr txBox="1"/>
          <p:nvPr userDrawn="1"/>
        </p:nvSpPr>
        <p:spPr>
          <a:xfrm>
            <a:off x="4450988" y="2443173"/>
            <a:ext cx="1237944" cy="253916"/>
          </a:xfrm>
          <a:prstGeom prst="rect">
            <a:avLst/>
          </a:prstGeom>
          <a:noFill/>
        </p:spPr>
        <p:txBody>
          <a:bodyPr wrap="square" lIns="0" rIns="0" rtlCol="0" anchor="ctr">
            <a:spAutoFit/>
          </a:bodyPr>
          <a:lstStyle/>
          <a:p>
            <a:pPr lvl="0"/>
            <a:r>
              <a:rPr lang="en-US" sz="1050" b="1" i="0" spc="240" baseline="0" dirty="0">
                <a:solidFill>
                  <a:srgbClr val="007FAA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rPr>
              <a:t>SOLUTION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D4F279-AB4E-19A5-240A-4F67CD0EBF86}"/>
              </a:ext>
            </a:extLst>
          </p:cNvPr>
          <p:cNvSpPr txBox="1"/>
          <p:nvPr userDrawn="1"/>
        </p:nvSpPr>
        <p:spPr>
          <a:xfrm>
            <a:off x="4449750" y="3565905"/>
            <a:ext cx="821606" cy="253916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lvl="0"/>
            <a:r>
              <a:rPr lang="en-US" sz="1050" b="1" i="0" spc="240" baseline="0" dirty="0">
                <a:solidFill>
                  <a:srgbClr val="007FAA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rPr>
              <a:t>IMPACT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91F1BB-3F21-BBE0-F826-F09ADD245B15}"/>
              </a:ext>
            </a:extLst>
          </p:cNvPr>
          <p:cNvSpPr txBox="1"/>
          <p:nvPr userDrawn="1"/>
        </p:nvSpPr>
        <p:spPr>
          <a:xfrm>
            <a:off x="4455635" y="1373444"/>
            <a:ext cx="887422" cy="253916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lvl="0"/>
            <a:r>
              <a:rPr lang="en-US" sz="1050" b="1" i="0" spc="240" baseline="0" dirty="0">
                <a:solidFill>
                  <a:srgbClr val="007FAA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rPr>
              <a:t>OVERVIEW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A63D574-FDFC-5209-8F9A-CFB3D335E77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198" y="1588073"/>
            <a:ext cx="2156260" cy="802143"/>
          </a:xfrm>
        </p:spPr>
        <p:txBody>
          <a:bodyPr>
            <a:norm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tabLst/>
              <a:defRPr sz="105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tabLst/>
              <a:defRPr/>
            </a:pPr>
            <a:r>
              <a:rPr lang="en-US" dirty="0"/>
              <a:t>Click on the image icon to add customer logo.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C732C9EE-CD60-B79D-DEF5-F0E18CA41837}"/>
              </a:ext>
            </a:extLst>
          </p:cNvPr>
          <p:cNvSpPr>
            <a:spLocks noGrp="1"/>
          </p:cNvSpPr>
          <p:nvPr>
            <p:ph idx="33" hasCustomPrompt="1"/>
          </p:nvPr>
        </p:nvSpPr>
        <p:spPr>
          <a:xfrm>
            <a:off x="457197" y="4200623"/>
            <a:ext cx="1204189" cy="643766"/>
          </a:xfrm>
        </p:spPr>
        <p:txBody>
          <a:bodyPr/>
          <a:lstStyle>
            <a:lvl1pPr marL="0" marR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tabLst/>
              <a:defRPr sz="75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tabLst/>
              <a:defRPr/>
            </a:pPr>
            <a:r>
              <a:rPr lang="en-US" dirty="0"/>
              <a:t>Click on the image icon to add customer logo.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E83F73B2-D6E4-B6AC-A361-12F354047E3F}"/>
              </a:ext>
            </a:extLst>
          </p:cNvPr>
          <p:cNvSpPr/>
          <p:nvPr userDrawn="1"/>
        </p:nvSpPr>
        <p:spPr>
          <a:xfrm>
            <a:off x="457197" y="3929840"/>
            <a:ext cx="2071690" cy="278680"/>
          </a:xfrm>
          <a:prstGeom prst="roundRect">
            <a:avLst>
              <a:gd name="adj" fmla="val 5011"/>
            </a:avLst>
          </a:prstGeom>
          <a:noFill/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68580" rIns="0" rtlCol="0" anchor="b" anchorCtr="0"/>
          <a:lstStyle/>
          <a:p>
            <a:r>
              <a:rPr lang="en-US" sz="788" b="1" i="0" dirty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Featuring AWS Financial</a:t>
            </a:r>
            <a:r>
              <a:rPr lang="en-US" sz="788" b="1" dirty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 </a:t>
            </a:r>
            <a:r>
              <a:rPr lang="en-US" sz="788" b="1" i="0" dirty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Services partner</a:t>
            </a:r>
          </a:p>
        </p:txBody>
      </p:sp>
    </p:spTree>
    <p:extLst>
      <p:ext uri="{BB962C8B-B14F-4D97-AF65-F5344CB8AC3E}">
        <p14:creationId xmlns:p14="http://schemas.microsoft.com/office/powerpoint/2010/main" val="25460531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064">
          <p15:clr>
            <a:srgbClr val="FBAE40"/>
          </p15:clr>
        </p15:guide>
        <p15:guide id="2" orient="horz" pos="2448">
          <p15:clr>
            <a:srgbClr val="FBAE4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er story with partner and qu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D41CD-EE1A-4E63-BBDD-173E281256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676641"/>
            <a:ext cx="8551184" cy="42473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Customer story slide with partners and quote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CB7E0003-F180-4528-9992-B9342F92AF4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57649" y="1588075"/>
            <a:ext cx="4330400" cy="161583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Aft>
                <a:spcPts val="1350"/>
              </a:spcAft>
              <a:buNone/>
              <a:defRPr sz="1050"/>
            </a:lvl1pPr>
          </a:lstStyle>
          <a:p>
            <a:pPr lvl="0"/>
            <a:r>
              <a:rPr lang="en-US" dirty="0"/>
              <a:t>Enter text: Challenge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9F1E5D-EEF6-9840-9346-15C8E1C2ED36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7834CDD4-D76F-4459-B025-0310E913C2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270C9A9D-7542-7043-9EAC-E26BAE41411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457648" y="2683694"/>
            <a:ext cx="4330400" cy="161583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Aft>
                <a:spcPts val="1350"/>
              </a:spcAft>
              <a:buNone/>
              <a:defRPr sz="1050"/>
            </a:lvl1pPr>
          </a:lstStyle>
          <a:p>
            <a:pPr lvl="0"/>
            <a:r>
              <a:rPr lang="en-US" dirty="0"/>
              <a:t>Enter text: Solution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A4052ECE-FEF0-8847-9708-1EFF2E5E52F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57649" y="3779312"/>
            <a:ext cx="4330400" cy="161583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Aft>
                <a:spcPts val="1350"/>
              </a:spcAft>
              <a:buNone/>
              <a:defRPr sz="1050"/>
            </a:lvl1pPr>
          </a:lstStyle>
          <a:p>
            <a:pPr lvl="0"/>
            <a:r>
              <a:rPr lang="en-US" dirty="0"/>
              <a:t>Enter text: Impact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2F262EE-4874-7043-972B-FC8E01264F9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7199" y="2590987"/>
            <a:ext cx="3301990" cy="155812"/>
          </a:xfrm>
        </p:spPr>
        <p:txBody>
          <a:bodyPr lIns="0" tIns="0" rIns="0" bIns="0"/>
          <a:lstStyle>
            <a:lvl1pPr marL="0" indent="0">
              <a:spcAft>
                <a:spcPts val="1350"/>
              </a:spcAft>
              <a:buNone/>
              <a:defRPr sz="1125" b="1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Enter quote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4048E6A8-BF49-284F-9AB8-66859D12DA4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7199" y="3479712"/>
            <a:ext cx="3301990" cy="236603"/>
          </a:xfrm>
        </p:spPr>
        <p:txBody>
          <a:bodyPr lIns="0" tIns="0" rIns="0" bIns="0"/>
          <a:lstStyle>
            <a:lvl1pPr marL="0" indent="0">
              <a:spcAft>
                <a:spcPts val="225"/>
              </a:spcAft>
              <a:buNone/>
              <a:defRPr sz="75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company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68A69304-E974-4CA6-EE0B-15CEF42E406E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124685" y="2597532"/>
            <a:ext cx="219456" cy="279307"/>
          </a:xfrm>
          <a:blipFill dpi="0" rotWithShape="1"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A5FC4236-00FA-3CB2-95FF-B4F3E0B21AAF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 rot="10800000">
            <a:off x="8962363" y="5121760"/>
            <a:ext cx="92042" cy="279307"/>
          </a:xfrm>
          <a:blipFill dpi="0" rotWithShape="1">
            <a:blip r:embed="rId2">
              <a:alphaModFix amt="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157754-5A47-C945-51D2-DB39C12597FF}"/>
              </a:ext>
            </a:extLst>
          </p:cNvPr>
          <p:cNvSpPr txBox="1"/>
          <p:nvPr userDrawn="1"/>
        </p:nvSpPr>
        <p:spPr>
          <a:xfrm>
            <a:off x="4450988" y="2443173"/>
            <a:ext cx="1237944" cy="253916"/>
          </a:xfrm>
          <a:prstGeom prst="rect">
            <a:avLst/>
          </a:prstGeom>
          <a:noFill/>
        </p:spPr>
        <p:txBody>
          <a:bodyPr wrap="square" lIns="0" rIns="0" rtlCol="0" anchor="ctr">
            <a:spAutoFit/>
          </a:bodyPr>
          <a:lstStyle/>
          <a:p>
            <a:pPr lvl="0"/>
            <a:r>
              <a:rPr lang="en-US" sz="1050" b="1" i="0" spc="240" baseline="0" dirty="0">
                <a:solidFill>
                  <a:srgbClr val="007FAA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rPr>
              <a:t>SOLUTION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173020-1C00-3935-63A6-5F521841909E}"/>
              </a:ext>
            </a:extLst>
          </p:cNvPr>
          <p:cNvSpPr txBox="1"/>
          <p:nvPr userDrawn="1"/>
        </p:nvSpPr>
        <p:spPr>
          <a:xfrm>
            <a:off x="4449750" y="3565905"/>
            <a:ext cx="821606" cy="253916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lvl="0"/>
            <a:r>
              <a:rPr lang="en-US" sz="1050" b="1" i="0" spc="240" baseline="0" dirty="0">
                <a:solidFill>
                  <a:srgbClr val="007FAA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rPr>
              <a:t>IMPACT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5EDC3E-FA6C-85A4-1460-4B26A0A7D629}"/>
              </a:ext>
            </a:extLst>
          </p:cNvPr>
          <p:cNvSpPr txBox="1"/>
          <p:nvPr userDrawn="1"/>
        </p:nvSpPr>
        <p:spPr>
          <a:xfrm>
            <a:off x="4455635" y="1373444"/>
            <a:ext cx="887422" cy="253916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lvl="0"/>
            <a:r>
              <a:rPr lang="en-US" sz="1050" b="1" i="0" spc="240" baseline="0" dirty="0">
                <a:solidFill>
                  <a:srgbClr val="007FAA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rPr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2F9D7A-18D4-F885-41E7-51D460C85C62}"/>
              </a:ext>
            </a:extLst>
          </p:cNvPr>
          <p:cNvSpPr>
            <a:spLocks noGrp="1"/>
          </p:cNvSpPr>
          <p:nvPr>
            <p:ph idx="33" hasCustomPrompt="1"/>
          </p:nvPr>
        </p:nvSpPr>
        <p:spPr>
          <a:xfrm>
            <a:off x="457197" y="4200623"/>
            <a:ext cx="1204189" cy="643766"/>
          </a:xfrm>
        </p:spPr>
        <p:txBody>
          <a:bodyPr/>
          <a:lstStyle>
            <a:lvl1pPr marL="0" marR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tabLst/>
              <a:defRPr sz="75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tabLst/>
              <a:defRPr/>
            </a:pPr>
            <a:r>
              <a:rPr lang="en-US" dirty="0"/>
              <a:t>Click on the image icon to add customer logo.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A2D3575-A014-2768-EFB0-3FFDE98FBA7F}"/>
              </a:ext>
            </a:extLst>
          </p:cNvPr>
          <p:cNvSpPr/>
          <p:nvPr userDrawn="1"/>
        </p:nvSpPr>
        <p:spPr>
          <a:xfrm>
            <a:off x="457197" y="3929840"/>
            <a:ext cx="2071690" cy="278680"/>
          </a:xfrm>
          <a:prstGeom prst="roundRect">
            <a:avLst>
              <a:gd name="adj" fmla="val 5011"/>
            </a:avLst>
          </a:prstGeom>
          <a:noFill/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68580" rIns="0" rtlCol="0" anchor="b" anchorCtr="0"/>
          <a:lstStyle/>
          <a:p>
            <a:r>
              <a:rPr lang="en-US" sz="788" b="1" i="0" dirty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Featuring AWS Financial</a:t>
            </a:r>
            <a:r>
              <a:rPr lang="en-US" sz="788" b="1" dirty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 </a:t>
            </a:r>
            <a:r>
              <a:rPr lang="en-US" sz="788" b="1" i="0" dirty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Services partner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E3173DA4-D659-FF35-24A0-F6A1D133576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198" y="1328274"/>
            <a:ext cx="1884985" cy="802143"/>
          </a:xfrm>
        </p:spPr>
        <p:txBody>
          <a:bodyPr>
            <a:norm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tabLst/>
              <a:defRPr sz="105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tabLst/>
              <a:defRPr/>
            </a:pPr>
            <a:r>
              <a:rPr lang="en-US" dirty="0"/>
              <a:t>Click on the image icon to add customer logo.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15744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064">
          <p15:clr>
            <a:srgbClr val="FBAE40"/>
          </p15:clr>
        </p15:guide>
        <p15:guide id="2" orient="horz" pos="2448">
          <p15:clr>
            <a:srgbClr val="FBAE4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er story slide with partner and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D41CD-EE1A-4E63-BBDD-173E281256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676641"/>
            <a:ext cx="8551184" cy="42473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Customer story slide with partner and fact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CB7E0003-F180-4528-9992-B9342F92AF4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57649" y="1588075"/>
            <a:ext cx="4330400" cy="161583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Aft>
                <a:spcPts val="1350"/>
              </a:spcAft>
              <a:buNone/>
              <a:defRPr sz="1050"/>
            </a:lvl1pPr>
          </a:lstStyle>
          <a:p>
            <a:pPr lvl="0"/>
            <a:r>
              <a:rPr lang="en-US" dirty="0"/>
              <a:t>Enter text: Challenge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9F1E5D-EEF6-9840-9346-15C8E1C2ED36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7834CDD4-D76F-4459-B025-0310E913C2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270C9A9D-7542-7043-9EAC-E26BAE41411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457648" y="2683694"/>
            <a:ext cx="4330400" cy="161583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Aft>
                <a:spcPts val="1350"/>
              </a:spcAft>
              <a:buNone/>
              <a:defRPr sz="1050"/>
            </a:lvl1pPr>
          </a:lstStyle>
          <a:p>
            <a:pPr lvl="0"/>
            <a:r>
              <a:rPr lang="en-US" dirty="0"/>
              <a:t>Enter text: Solution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A4052ECE-FEF0-8847-9708-1EFF2E5E52F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57649" y="3779312"/>
            <a:ext cx="4330400" cy="161583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Aft>
                <a:spcPts val="1350"/>
              </a:spcAft>
              <a:buNone/>
              <a:defRPr sz="1050"/>
            </a:lvl1pPr>
          </a:lstStyle>
          <a:p>
            <a:pPr lvl="0"/>
            <a:r>
              <a:rPr lang="en-US" dirty="0"/>
              <a:t>Enter text: Impact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A8B1F95-053A-E029-F5D6-FA089803C89A}"/>
              </a:ext>
            </a:extLst>
          </p:cNvPr>
          <p:cNvSpPr txBox="1"/>
          <p:nvPr userDrawn="1"/>
        </p:nvSpPr>
        <p:spPr>
          <a:xfrm>
            <a:off x="4450988" y="2443173"/>
            <a:ext cx="1237944" cy="253916"/>
          </a:xfrm>
          <a:prstGeom prst="rect">
            <a:avLst/>
          </a:prstGeom>
          <a:noFill/>
        </p:spPr>
        <p:txBody>
          <a:bodyPr wrap="square" lIns="0" rIns="0" rtlCol="0" anchor="ctr">
            <a:spAutoFit/>
          </a:bodyPr>
          <a:lstStyle/>
          <a:p>
            <a:pPr lvl="0"/>
            <a:r>
              <a:rPr lang="en-US" sz="1050" b="1" i="0" spc="240" baseline="0" dirty="0">
                <a:solidFill>
                  <a:srgbClr val="007FAA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rPr>
              <a:t>SOLUTION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AFB601A-4ED3-F68F-408C-7A416CE524F0}"/>
              </a:ext>
            </a:extLst>
          </p:cNvPr>
          <p:cNvSpPr txBox="1"/>
          <p:nvPr userDrawn="1"/>
        </p:nvSpPr>
        <p:spPr>
          <a:xfrm>
            <a:off x="4449750" y="3565905"/>
            <a:ext cx="821606" cy="253916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lvl="0"/>
            <a:r>
              <a:rPr lang="en-US" sz="1050" b="1" i="0" spc="240" baseline="0" dirty="0">
                <a:solidFill>
                  <a:srgbClr val="007FAA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rPr>
              <a:t>IMPACT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DF1DF95-6E21-CCF1-12AC-00EDA9A703C2}"/>
              </a:ext>
            </a:extLst>
          </p:cNvPr>
          <p:cNvSpPr txBox="1"/>
          <p:nvPr userDrawn="1"/>
        </p:nvSpPr>
        <p:spPr>
          <a:xfrm>
            <a:off x="4455635" y="1373444"/>
            <a:ext cx="887422" cy="253916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lvl="0"/>
            <a:r>
              <a:rPr lang="en-US" sz="1050" b="1" i="0" spc="240" baseline="0" dirty="0">
                <a:solidFill>
                  <a:srgbClr val="007FAA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rPr>
              <a:t>OVERVIEW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C17D52CF-FCAD-5443-A2AE-91CBB9D3AB8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198" y="1588073"/>
            <a:ext cx="2156260" cy="802143"/>
          </a:xfrm>
        </p:spPr>
        <p:txBody>
          <a:bodyPr>
            <a:norm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tabLst/>
              <a:defRPr sz="105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tabLst/>
              <a:defRPr/>
            </a:pPr>
            <a:r>
              <a:rPr lang="en-US" dirty="0"/>
              <a:t>Click on the image icon to add customer logo.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C335D580-0ED5-0DDF-0470-1B5D881BA7A4}"/>
              </a:ext>
            </a:extLst>
          </p:cNvPr>
          <p:cNvSpPr>
            <a:spLocks noGrp="1"/>
          </p:cNvSpPr>
          <p:nvPr>
            <p:ph idx="33" hasCustomPrompt="1"/>
          </p:nvPr>
        </p:nvSpPr>
        <p:spPr>
          <a:xfrm>
            <a:off x="457197" y="4140171"/>
            <a:ext cx="1204189" cy="643766"/>
          </a:xfrm>
        </p:spPr>
        <p:txBody>
          <a:bodyPr/>
          <a:lstStyle>
            <a:lvl1pPr marL="0" marR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tabLst/>
              <a:defRPr sz="75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tabLst/>
              <a:defRPr/>
            </a:pPr>
            <a:r>
              <a:rPr lang="en-US" dirty="0"/>
              <a:t>Click on the image icon to add customer logo.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683B3514-4994-3642-A364-13A4C9FAEFF4}"/>
              </a:ext>
            </a:extLst>
          </p:cNvPr>
          <p:cNvSpPr/>
          <p:nvPr userDrawn="1"/>
        </p:nvSpPr>
        <p:spPr>
          <a:xfrm>
            <a:off x="457197" y="3869388"/>
            <a:ext cx="2071690" cy="278680"/>
          </a:xfrm>
          <a:prstGeom prst="roundRect">
            <a:avLst>
              <a:gd name="adj" fmla="val 5011"/>
            </a:avLst>
          </a:prstGeom>
          <a:noFill/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68580" rIns="0" rtlCol="0" anchor="b" anchorCtr="0"/>
          <a:lstStyle/>
          <a:p>
            <a:r>
              <a:rPr lang="en-US" sz="788" b="1" i="0" dirty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Featuring AWS Financial</a:t>
            </a:r>
            <a:r>
              <a:rPr lang="en-US" sz="788" b="1" dirty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 </a:t>
            </a:r>
            <a:r>
              <a:rPr lang="en-US" sz="788" b="1" i="0" dirty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Services partner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9A86C38F-24FE-33C5-3873-D18A8F7E471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7198" y="2988968"/>
            <a:ext cx="2802836" cy="161583"/>
          </a:xfrm>
        </p:spPr>
        <p:txBody>
          <a:bodyPr tIns="0" bIns="0" anchor="t"/>
          <a:lstStyle>
            <a:lvl1pPr marL="0" indent="0">
              <a:lnSpc>
                <a:spcPct val="100000"/>
              </a:lnSpc>
              <a:spcAft>
                <a:spcPts val="450"/>
              </a:spcAft>
              <a:buNone/>
              <a:defRPr sz="1050" b="1" i="1"/>
            </a:lvl1pPr>
            <a:lvl2pPr marL="214313" indent="0">
              <a:buNone/>
              <a:defRPr sz="1050" b="1"/>
            </a:lvl2pPr>
            <a:lvl3pPr marL="471488" indent="0">
              <a:buNone/>
              <a:defRPr sz="1050" b="1"/>
            </a:lvl3pPr>
            <a:lvl4pPr marL="644129" indent="0">
              <a:buNone/>
              <a:defRPr sz="1050" b="1"/>
            </a:lvl4pPr>
            <a:lvl5pPr marL="772716" indent="0">
              <a:buNone/>
              <a:defRPr sz="1050" b="1"/>
            </a:lvl5pPr>
          </a:lstStyle>
          <a:p>
            <a:pPr lvl="0"/>
            <a:r>
              <a:rPr lang="en-US" dirty="0"/>
              <a:t>Enter fact text </a:t>
            </a:r>
          </a:p>
        </p:txBody>
      </p:sp>
    </p:spTree>
    <p:extLst>
      <p:ext uri="{BB962C8B-B14F-4D97-AF65-F5344CB8AC3E}">
        <p14:creationId xmlns:p14="http://schemas.microsoft.com/office/powerpoint/2010/main" val="16977285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064">
          <p15:clr>
            <a:srgbClr val="FBAE40"/>
          </p15:clr>
        </p15:guide>
        <p15:guide id="2" orient="horz" pos="2448">
          <p15:clr>
            <a:srgbClr val="FBAE4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er story slide, two logos with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D41CD-EE1A-4E63-BBDD-173E281256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676641"/>
            <a:ext cx="8551184" cy="42473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Customer story slide, two logos with quote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CB7E0003-F180-4528-9992-B9342F92AF4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57649" y="1588075"/>
            <a:ext cx="4330400" cy="145424"/>
          </a:xfrm>
        </p:spPr>
        <p:txBody>
          <a:bodyPr lIns="0" tIns="0" rIns="0" bIns="0"/>
          <a:lstStyle>
            <a:lvl1pPr marL="0" indent="0">
              <a:lnSpc>
                <a:spcPct val="90000"/>
              </a:lnSpc>
              <a:spcAft>
                <a:spcPts val="1350"/>
              </a:spcAft>
              <a:buNone/>
              <a:defRPr sz="1050"/>
            </a:lvl1pPr>
          </a:lstStyle>
          <a:p>
            <a:pPr lvl="0"/>
            <a:r>
              <a:rPr lang="en-US" dirty="0"/>
              <a:t>Enter text: Challenge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9F1E5D-EEF6-9840-9346-15C8E1C2ED36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7834CDD4-D76F-4459-B025-0310E913C2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270C9A9D-7542-7043-9EAC-E26BAE41411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457648" y="2683694"/>
            <a:ext cx="4330400" cy="145424"/>
          </a:xfrm>
        </p:spPr>
        <p:txBody>
          <a:bodyPr lIns="0" tIns="0" rIns="0" bIns="0"/>
          <a:lstStyle>
            <a:lvl1pPr marL="0" indent="0">
              <a:lnSpc>
                <a:spcPct val="90000"/>
              </a:lnSpc>
              <a:spcAft>
                <a:spcPts val="1350"/>
              </a:spcAft>
              <a:buNone/>
              <a:defRPr sz="1050"/>
            </a:lvl1pPr>
          </a:lstStyle>
          <a:p>
            <a:pPr lvl="0"/>
            <a:r>
              <a:rPr lang="en-US" dirty="0"/>
              <a:t>Enter text: Solution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A4052ECE-FEF0-8847-9708-1EFF2E5E52F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57649" y="3779312"/>
            <a:ext cx="4330400" cy="145424"/>
          </a:xfrm>
        </p:spPr>
        <p:txBody>
          <a:bodyPr lIns="0" tIns="0" rIns="0" bIns="0"/>
          <a:lstStyle>
            <a:lvl1pPr marL="0" indent="0">
              <a:lnSpc>
                <a:spcPct val="90000"/>
              </a:lnSpc>
              <a:spcAft>
                <a:spcPts val="1350"/>
              </a:spcAft>
              <a:buNone/>
              <a:defRPr sz="1050"/>
            </a:lvl1pPr>
          </a:lstStyle>
          <a:p>
            <a:pPr lvl="0"/>
            <a:r>
              <a:rPr lang="en-US" dirty="0"/>
              <a:t>Enter text: Impact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2F262EE-4874-7043-972B-FC8E01264F9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7199" y="3323492"/>
            <a:ext cx="3301990" cy="166199"/>
          </a:xfrm>
        </p:spPr>
        <p:txBody>
          <a:bodyPr lIns="0" tIns="0" rIns="0" bIns="0" anchor="t"/>
          <a:lstStyle>
            <a:lvl1pPr marL="0" indent="0">
              <a:spcAft>
                <a:spcPts val="1350"/>
              </a:spcAft>
              <a:buNone/>
              <a:defRPr sz="1200" b="1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Enter quote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4048E6A8-BF49-284F-9AB8-66859D12DA4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7199" y="4232354"/>
            <a:ext cx="3301990" cy="236603"/>
          </a:xfrm>
        </p:spPr>
        <p:txBody>
          <a:bodyPr lIns="0" tIns="0" rIns="0" bIns="0"/>
          <a:lstStyle>
            <a:lvl1pPr marL="0" indent="0">
              <a:spcAft>
                <a:spcPts val="225"/>
              </a:spcAft>
              <a:buNone/>
              <a:defRPr sz="75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company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68A69304-E974-4CA6-EE0B-15CEF42E406E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136496" y="3323492"/>
            <a:ext cx="219456" cy="279307"/>
          </a:xfrm>
          <a:blipFill dpi="0" rotWithShape="1"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A5FC4236-00FA-3CB2-95FF-B4F3E0B21AAF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 rot="10800000">
            <a:off x="8962363" y="5157923"/>
            <a:ext cx="92042" cy="279307"/>
          </a:xfrm>
          <a:blipFill dpi="0" rotWithShape="1">
            <a:blip r:embed="rId2">
              <a:alphaModFix amt="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563FAE9-E87F-90BD-5E96-08FF7D76E7F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199" y="1625407"/>
            <a:ext cx="2836913" cy="666849"/>
          </a:xfr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tabLst/>
              <a:defRPr sz="105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tabLst/>
              <a:defRPr/>
            </a:pPr>
            <a:r>
              <a:rPr lang="en-US" dirty="0"/>
              <a:t>Click on the image icon to add customer logo.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C29EA21-3421-5711-9527-FF530D75542B}"/>
              </a:ext>
            </a:extLst>
          </p:cNvPr>
          <p:cNvSpPr>
            <a:spLocks noGrp="1"/>
          </p:cNvSpPr>
          <p:nvPr>
            <p:ph idx="33" hasCustomPrompt="1"/>
          </p:nvPr>
        </p:nvSpPr>
        <p:spPr>
          <a:xfrm>
            <a:off x="457199" y="2448410"/>
            <a:ext cx="2836913" cy="666849"/>
          </a:xfr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tabLst/>
              <a:defRPr sz="105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tabLst/>
              <a:defRPr/>
            </a:pPr>
            <a:r>
              <a:rPr lang="en-US" dirty="0"/>
              <a:t>Click on the image icon to add customer logo.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1E484D-7CDA-6072-A2FE-9E473F7DAC02}"/>
              </a:ext>
            </a:extLst>
          </p:cNvPr>
          <p:cNvSpPr txBox="1"/>
          <p:nvPr userDrawn="1"/>
        </p:nvSpPr>
        <p:spPr>
          <a:xfrm>
            <a:off x="4450988" y="2443173"/>
            <a:ext cx="1237944" cy="253916"/>
          </a:xfrm>
          <a:prstGeom prst="rect">
            <a:avLst/>
          </a:prstGeom>
          <a:noFill/>
        </p:spPr>
        <p:txBody>
          <a:bodyPr wrap="square" lIns="0" rIns="0" rtlCol="0" anchor="ctr">
            <a:spAutoFit/>
          </a:bodyPr>
          <a:lstStyle/>
          <a:p>
            <a:pPr lvl="0"/>
            <a:r>
              <a:rPr lang="en-US" sz="1050" b="1" i="0" spc="240" baseline="0" dirty="0">
                <a:solidFill>
                  <a:srgbClr val="007FAA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rPr>
              <a:t>SOLUTION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F1D4DE-F77A-39CB-BB93-5936644D9EF3}"/>
              </a:ext>
            </a:extLst>
          </p:cNvPr>
          <p:cNvSpPr txBox="1"/>
          <p:nvPr userDrawn="1"/>
        </p:nvSpPr>
        <p:spPr>
          <a:xfrm>
            <a:off x="4449750" y="3565905"/>
            <a:ext cx="821606" cy="253916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lvl="0"/>
            <a:r>
              <a:rPr lang="en-US" sz="1050" b="1" i="0" spc="240" baseline="0" dirty="0">
                <a:solidFill>
                  <a:srgbClr val="007FAA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rPr>
              <a:t>IMPACT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797241D-393D-AC9B-75CA-DC60A6733C1B}"/>
              </a:ext>
            </a:extLst>
          </p:cNvPr>
          <p:cNvSpPr txBox="1"/>
          <p:nvPr userDrawn="1"/>
        </p:nvSpPr>
        <p:spPr>
          <a:xfrm>
            <a:off x="4455635" y="1373444"/>
            <a:ext cx="887422" cy="253916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lvl="0"/>
            <a:r>
              <a:rPr lang="en-US" sz="1050" b="1" i="0" spc="240" baseline="0" dirty="0">
                <a:solidFill>
                  <a:srgbClr val="007FAA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rPr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6912268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064">
          <p15:clr>
            <a:srgbClr val="FBAE40"/>
          </p15:clr>
        </p15:guide>
        <p15:guide id="2" orient="horz" pos="2448">
          <p15:clr>
            <a:srgbClr val="FBAE4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onymous Customer stor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D41CD-EE1A-4E63-BBDD-173E281256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676641"/>
            <a:ext cx="8551184" cy="42473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Anonymous Customer story slide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CB7E0003-F180-4528-9992-B9342F92AF4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57649" y="1588073"/>
            <a:ext cx="4330400" cy="161583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Aft>
                <a:spcPts val="1350"/>
              </a:spcAft>
              <a:buNone/>
              <a:defRPr sz="105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Enter text: Challenge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9F1E5D-EEF6-9840-9346-15C8E1C2ED36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7834CDD4-D76F-4459-B025-0310E913C2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270C9A9D-7542-7043-9EAC-E26BAE41411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457648" y="2683692"/>
            <a:ext cx="4330400" cy="161583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Aft>
                <a:spcPts val="1350"/>
              </a:spcAft>
              <a:buNone/>
              <a:defRPr sz="105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Enter text: Solution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A4052ECE-FEF0-8847-9708-1EFF2E5E52F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57649" y="3779310"/>
            <a:ext cx="4330400" cy="161583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Aft>
                <a:spcPts val="1350"/>
              </a:spcAft>
              <a:buNone/>
              <a:defRPr sz="105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Enter text: Impact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A7060DAC-1EE9-D358-C685-B81C280CC0E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198" y="1588073"/>
            <a:ext cx="1371600" cy="1371600"/>
          </a:xfrm>
        </p:spPr>
        <p:txBody>
          <a:bodyPr>
            <a:norm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tabLst/>
              <a:defRPr sz="105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tabLst/>
              <a:defRPr/>
            </a:pPr>
            <a:r>
              <a:rPr lang="en-US" dirty="0"/>
              <a:t>Click on the image icon to add customer logo.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85EB09-CA66-DD22-B951-AD8EF718B1BD}"/>
              </a:ext>
            </a:extLst>
          </p:cNvPr>
          <p:cNvSpPr txBox="1"/>
          <p:nvPr userDrawn="1"/>
        </p:nvSpPr>
        <p:spPr>
          <a:xfrm>
            <a:off x="4450988" y="2443173"/>
            <a:ext cx="1237944" cy="253916"/>
          </a:xfrm>
          <a:prstGeom prst="rect">
            <a:avLst/>
          </a:prstGeom>
          <a:noFill/>
        </p:spPr>
        <p:txBody>
          <a:bodyPr wrap="square" lIns="0" rIns="0" rtlCol="0" anchor="ctr">
            <a:spAutoFit/>
          </a:bodyPr>
          <a:lstStyle/>
          <a:p>
            <a:pPr lvl="0"/>
            <a:r>
              <a:rPr lang="en-US" sz="1050" b="1" i="0" spc="240" baseline="0" dirty="0">
                <a:solidFill>
                  <a:srgbClr val="007FAA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rPr>
              <a:t>SOLUTION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DED6CE-B541-CC6A-D532-D50EF8FF7DB1}"/>
              </a:ext>
            </a:extLst>
          </p:cNvPr>
          <p:cNvSpPr txBox="1"/>
          <p:nvPr userDrawn="1"/>
        </p:nvSpPr>
        <p:spPr>
          <a:xfrm>
            <a:off x="4449750" y="3565905"/>
            <a:ext cx="821606" cy="253916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lvl="0"/>
            <a:r>
              <a:rPr lang="en-US" sz="1050" b="1" i="0" spc="240" baseline="0" dirty="0">
                <a:solidFill>
                  <a:srgbClr val="007FAA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rPr>
              <a:t>IMPACT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B66A4C-B16C-D125-8C96-D884552883F0}"/>
              </a:ext>
            </a:extLst>
          </p:cNvPr>
          <p:cNvSpPr txBox="1"/>
          <p:nvPr userDrawn="1"/>
        </p:nvSpPr>
        <p:spPr>
          <a:xfrm>
            <a:off x="4455635" y="1373444"/>
            <a:ext cx="887422" cy="253916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lvl="0"/>
            <a:r>
              <a:rPr lang="en-US" sz="1050" b="1" i="0" spc="240" baseline="0" dirty="0">
                <a:solidFill>
                  <a:srgbClr val="007FAA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rPr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24702791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064">
          <p15:clr>
            <a:srgbClr val="FBAE40"/>
          </p15:clr>
        </p15:guide>
        <p15:guide id="2" orient="horz" pos="2448">
          <p15:clr>
            <a:srgbClr val="FBAE4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onymous Customer story with qu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D41CD-EE1A-4E63-BBDD-173E281256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678128"/>
            <a:ext cx="8551184" cy="42473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Anonymous Customer story slide with quote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CB7E0003-F180-4528-9992-B9342F92AF4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57649" y="1588075"/>
            <a:ext cx="4330400" cy="161583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Aft>
                <a:spcPts val="1350"/>
              </a:spcAft>
              <a:buNone/>
              <a:defRPr sz="1050"/>
            </a:lvl1pPr>
          </a:lstStyle>
          <a:p>
            <a:pPr lvl="0"/>
            <a:r>
              <a:rPr lang="en-US" dirty="0"/>
              <a:t>Enter text: Challenge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9F1E5D-EEF6-9840-9346-15C8E1C2ED36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7834CDD4-D76F-4459-B025-0310E913C2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270C9A9D-7542-7043-9EAC-E26BAE41411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457648" y="2683694"/>
            <a:ext cx="4330400" cy="161583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Aft>
                <a:spcPts val="1350"/>
              </a:spcAft>
              <a:buNone/>
              <a:defRPr sz="1050"/>
            </a:lvl1pPr>
          </a:lstStyle>
          <a:p>
            <a:pPr lvl="0"/>
            <a:r>
              <a:rPr lang="en-US" dirty="0"/>
              <a:t>Enter text: Solution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A4052ECE-FEF0-8847-9708-1EFF2E5E52F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57649" y="3779312"/>
            <a:ext cx="4330400" cy="161583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Aft>
                <a:spcPts val="1350"/>
              </a:spcAft>
              <a:buNone/>
              <a:defRPr sz="1050"/>
            </a:lvl1pPr>
          </a:lstStyle>
          <a:p>
            <a:pPr lvl="0"/>
            <a:r>
              <a:rPr lang="en-US" dirty="0"/>
              <a:t>Enter text: Impact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2F262EE-4874-7043-972B-FC8E01264F9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7199" y="3102648"/>
            <a:ext cx="3301990" cy="166199"/>
          </a:xfrm>
        </p:spPr>
        <p:txBody>
          <a:bodyPr lIns="0" tIns="0" rIns="0" bIns="0" anchor="t"/>
          <a:lstStyle>
            <a:lvl1pPr marL="0" indent="0">
              <a:spcAft>
                <a:spcPts val="1350"/>
              </a:spcAft>
              <a:buNone/>
              <a:defRPr sz="1200" b="1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Enter quote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4048E6A8-BF49-284F-9AB8-66859D12DA4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7199" y="4092361"/>
            <a:ext cx="3301990" cy="236603"/>
          </a:xfrm>
        </p:spPr>
        <p:txBody>
          <a:bodyPr lIns="0" tIns="0" rIns="0" bIns="0"/>
          <a:lstStyle>
            <a:lvl1pPr marL="0" indent="0">
              <a:spcAft>
                <a:spcPts val="225"/>
              </a:spcAft>
              <a:buNone/>
              <a:defRPr sz="75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company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68A69304-E974-4CA6-EE0B-15CEF42E406E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136496" y="3102647"/>
            <a:ext cx="219456" cy="279307"/>
          </a:xfrm>
          <a:blipFill dpi="0" rotWithShape="1"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A5FC4236-00FA-3CB2-95FF-B4F3E0B21AAF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 rot="10800000">
            <a:off x="8962363" y="5131111"/>
            <a:ext cx="92042" cy="279307"/>
          </a:xfrm>
          <a:blipFill dpi="0" rotWithShape="1">
            <a:blip r:embed="rId2">
              <a:alphaModFix amt="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563FAE9-E87F-90BD-5E96-08FF7D76E7F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198" y="1588073"/>
            <a:ext cx="1371600" cy="1371600"/>
          </a:xfrm>
        </p:spPr>
        <p:txBody>
          <a:bodyPr>
            <a:norm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tabLst/>
              <a:defRPr sz="105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tabLst/>
              <a:defRPr/>
            </a:pPr>
            <a:r>
              <a:rPr lang="en-US" dirty="0"/>
              <a:t>Click on the image icon to add customer logo.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B66C80-E473-9F38-41BF-E8D79F6F601C}"/>
              </a:ext>
            </a:extLst>
          </p:cNvPr>
          <p:cNvSpPr txBox="1"/>
          <p:nvPr userDrawn="1"/>
        </p:nvSpPr>
        <p:spPr>
          <a:xfrm>
            <a:off x="4450988" y="2443173"/>
            <a:ext cx="1237944" cy="253916"/>
          </a:xfrm>
          <a:prstGeom prst="rect">
            <a:avLst/>
          </a:prstGeom>
          <a:noFill/>
        </p:spPr>
        <p:txBody>
          <a:bodyPr wrap="square" lIns="0" rIns="0" rtlCol="0" anchor="ctr">
            <a:spAutoFit/>
          </a:bodyPr>
          <a:lstStyle/>
          <a:p>
            <a:pPr lvl="0"/>
            <a:r>
              <a:rPr lang="en-US" sz="1050" b="1" i="0" spc="240" baseline="0" dirty="0">
                <a:solidFill>
                  <a:srgbClr val="007FAA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rPr>
              <a:t>SOLUTION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B3DC3B-7B7E-F73A-F13C-BDB35DDF809D}"/>
              </a:ext>
            </a:extLst>
          </p:cNvPr>
          <p:cNvSpPr txBox="1"/>
          <p:nvPr userDrawn="1"/>
        </p:nvSpPr>
        <p:spPr>
          <a:xfrm>
            <a:off x="4449750" y="3565905"/>
            <a:ext cx="821606" cy="253916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lvl="0"/>
            <a:r>
              <a:rPr lang="en-US" sz="1050" b="1" i="0" spc="240" baseline="0" dirty="0">
                <a:solidFill>
                  <a:srgbClr val="007FAA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rPr>
              <a:t>IMPACT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4CA39A-648F-6C19-40E9-6CF497A182C5}"/>
              </a:ext>
            </a:extLst>
          </p:cNvPr>
          <p:cNvSpPr txBox="1"/>
          <p:nvPr userDrawn="1"/>
        </p:nvSpPr>
        <p:spPr>
          <a:xfrm>
            <a:off x="4455635" y="1373444"/>
            <a:ext cx="887422" cy="253916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lvl="0"/>
            <a:r>
              <a:rPr lang="en-US" sz="1050" b="1" i="0" spc="240" baseline="0" dirty="0">
                <a:solidFill>
                  <a:srgbClr val="007FAA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rPr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16119017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064">
          <p15:clr>
            <a:srgbClr val="FBAE40"/>
          </p15:clr>
        </p15:guide>
        <p15:guide id="2" orient="horz" pos="2448">
          <p15:clr>
            <a:srgbClr val="FBAE4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onymous Customer story slide with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D41CD-EE1A-4E63-BBDD-173E281256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676641"/>
            <a:ext cx="8551184" cy="42473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Anonymous Customer story slide with fact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CB7E0003-F180-4528-9992-B9342F92AF4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57649" y="1588073"/>
            <a:ext cx="4330400" cy="161583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Aft>
                <a:spcPts val="1350"/>
              </a:spcAft>
              <a:buNone/>
              <a:defRPr sz="105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Enter text: Challenge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9F1E5D-EEF6-9840-9346-15C8E1C2ED36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7834CDD4-D76F-4459-B025-0310E913C2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270C9A9D-7542-7043-9EAC-E26BAE41411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457648" y="2683692"/>
            <a:ext cx="4330400" cy="161583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Aft>
                <a:spcPts val="1350"/>
              </a:spcAft>
              <a:buNone/>
              <a:defRPr sz="105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Enter text: Solution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A4052ECE-FEF0-8847-9708-1EFF2E5E52F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57649" y="3779310"/>
            <a:ext cx="4330400" cy="161583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Aft>
                <a:spcPts val="1350"/>
              </a:spcAft>
              <a:buNone/>
              <a:defRPr sz="105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Enter text: Impact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06C8B66-DB29-0626-D7E3-DE31BBD8140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7198" y="3433059"/>
            <a:ext cx="2802836" cy="161583"/>
          </a:xfrm>
        </p:spPr>
        <p:txBody>
          <a:bodyPr tIns="0" bIns="0" anchor="t"/>
          <a:lstStyle>
            <a:lvl1pPr marL="0" indent="0">
              <a:lnSpc>
                <a:spcPct val="100000"/>
              </a:lnSpc>
              <a:spcAft>
                <a:spcPts val="450"/>
              </a:spcAft>
              <a:buNone/>
              <a:defRPr sz="1050" b="1" i="1"/>
            </a:lvl1pPr>
            <a:lvl2pPr marL="214313" indent="0">
              <a:buNone/>
              <a:defRPr sz="1050" b="1"/>
            </a:lvl2pPr>
            <a:lvl3pPr marL="471488" indent="0">
              <a:buNone/>
              <a:defRPr sz="1050" b="1"/>
            </a:lvl3pPr>
            <a:lvl4pPr marL="644129" indent="0">
              <a:buNone/>
              <a:defRPr sz="1050" b="1"/>
            </a:lvl4pPr>
            <a:lvl5pPr marL="772716" indent="0">
              <a:buNone/>
              <a:defRPr sz="1050" b="1"/>
            </a:lvl5pPr>
          </a:lstStyle>
          <a:p>
            <a:pPr lvl="0"/>
            <a:r>
              <a:rPr lang="en-US" dirty="0"/>
              <a:t>Enter fact text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8E0896-C2F9-6F68-7B77-2E2F5E722888}"/>
              </a:ext>
            </a:extLst>
          </p:cNvPr>
          <p:cNvSpPr txBox="1"/>
          <p:nvPr userDrawn="1"/>
        </p:nvSpPr>
        <p:spPr>
          <a:xfrm>
            <a:off x="4450988" y="2443173"/>
            <a:ext cx="1237944" cy="253916"/>
          </a:xfrm>
          <a:prstGeom prst="rect">
            <a:avLst/>
          </a:prstGeom>
          <a:noFill/>
        </p:spPr>
        <p:txBody>
          <a:bodyPr wrap="square" lIns="0" rIns="0" rtlCol="0" anchor="ctr">
            <a:spAutoFit/>
          </a:bodyPr>
          <a:lstStyle/>
          <a:p>
            <a:pPr lvl="0"/>
            <a:r>
              <a:rPr lang="en-US" sz="1050" b="1" i="0" spc="240" baseline="0" dirty="0">
                <a:solidFill>
                  <a:srgbClr val="007FAA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rPr>
              <a:t>SOLUTION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DE1848-930F-4CE1-06FB-C2C0F821B8FD}"/>
              </a:ext>
            </a:extLst>
          </p:cNvPr>
          <p:cNvSpPr txBox="1"/>
          <p:nvPr userDrawn="1"/>
        </p:nvSpPr>
        <p:spPr>
          <a:xfrm>
            <a:off x="4449750" y="3565905"/>
            <a:ext cx="821606" cy="253916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lvl="0"/>
            <a:r>
              <a:rPr lang="en-US" sz="1050" b="1" i="0" spc="240" baseline="0" dirty="0">
                <a:solidFill>
                  <a:srgbClr val="007FAA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rPr>
              <a:t>IMPACT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05711D-DE68-AB05-F77C-4CEA68DDAEE3}"/>
              </a:ext>
            </a:extLst>
          </p:cNvPr>
          <p:cNvSpPr txBox="1"/>
          <p:nvPr userDrawn="1"/>
        </p:nvSpPr>
        <p:spPr>
          <a:xfrm>
            <a:off x="4455635" y="1373444"/>
            <a:ext cx="887422" cy="253916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lvl="0"/>
            <a:r>
              <a:rPr lang="en-US" sz="1050" b="1" i="0" spc="240" baseline="0" dirty="0">
                <a:solidFill>
                  <a:srgbClr val="007FAA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rPr>
              <a:t>OVERVIEW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419BD42-466A-6D30-163B-FAADB6B7B3D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198" y="1588073"/>
            <a:ext cx="1371600" cy="1371600"/>
          </a:xfrm>
        </p:spPr>
        <p:txBody>
          <a:bodyPr>
            <a:norm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tabLst/>
              <a:defRPr sz="105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tabLst/>
              <a:defRPr/>
            </a:pPr>
            <a:r>
              <a:rPr lang="en-US" dirty="0"/>
              <a:t>Click on the image icon to add customer logo.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85413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064">
          <p15:clr>
            <a:srgbClr val="FBAE40"/>
          </p15:clr>
        </p15:guide>
        <p15:guide id="2" orient="horz" pos="2448">
          <p15:clr>
            <a:srgbClr val="FBAE4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onymous Customer story slide with partn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D41CD-EE1A-4E63-BBDD-173E281256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676641"/>
            <a:ext cx="8551184" cy="42473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Anonymous Customer story slide with partners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CB7E0003-F180-4528-9992-B9342F92AF4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57649" y="1588075"/>
            <a:ext cx="4330400" cy="161583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Aft>
                <a:spcPts val="1350"/>
              </a:spcAft>
              <a:buNone/>
              <a:defRPr sz="1050"/>
            </a:lvl1pPr>
          </a:lstStyle>
          <a:p>
            <a:pPr lvl="0"/>
            <a:r>
              <a:rPr lang="en-US" dirty="0"/>
              <a:t>Enter text: Challenge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9F1E5D-EEF6-9840-9346-15C8E1C2ED36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7834CDD4-D76F-4459-B025-0310E913C2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270C9A9D-7542-7043-9EAC-E26BAE41411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457648" y="2683694"/>
            <a:ext cx="4330400" cy="161583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Aft>
                <a:spcPts val="1350"/>
              </a:spcAft>
              <a:buNone/>
              <a:defRPr sz="1050"/>
            </a:lvl1pPr>
          </a:lstStyle>
          <a:p>
            <a:pPr lvl="0"/>
            <a:r>
              <a:rPr lang="en-US" dirty="0"/>
              <a:t>Enter text: Solution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A4052ECE-FEF0-8847-9708-1EFF2E5E52F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57649" y="3779312"/>
            <a:ext cx="4330400" cy="161583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Aft>
                <a:spcPts val="1350"/>
              </a:spcAft>
              <a:buNone/>
              <a:defRPr sz="1050"/>
            </a:lvl1pPr>
          </a:lstStyle>
          <a:p>
            <a:pPr lvl="0"/>
            <a:r>
              <a:rPr lang="en-US" dirty="0"/>
              <a:t>Enter text: Impact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5B49AC-B1F5-453E-BC4E-E52E02C685CB}"/>
              </a:ext>
            </a:extLst>
          </p:cNvPr>
          <p:cNvSpPr txBox="1"/>
          <p:nvPr userDrawn="1"/>
        </p:nvSpPr>
        <p:spPr>
          <a:xfrm>
            <a:off x="4450988" y="2443173"/>
            <a:ext cx="1237944" cy="253916"/>
          </a:xfrm>
          <a:prstGeom prst="rect">
            <a:avLst/>
          </a:prstGeom>
          <a:noFill/>
        </p:spPr>
        <p:txBody>
          <a:bodyPr wrap="square" lIns="0" rIns="0" rtlCol="0" anchor="ctr">
            <a:spAutoFit/>
          </a:bodyPr>
          <a:lstStyle/>
          <a:p>
            <a:pPr lvl="0"/>
            <a:r>
              <a:rPr lang="en-US" sz="1050" b="1" i="0" spc="240" baseline="0" dirty="0">
                <a:solidFill>
                  <a:srgbClr val="007FAA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rPr>
              <a:t>SOLUTION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D4F279-AB4E-19A5-240A-4F67CD0EBF86}"/>
              </a:ext>
            </a:extLst>
          </p:cNvPr>
          <p:cNvSpPr txBox="1"/>
          <p:nvPr userDrawn="1"/>
        </p:nvSpPr>
        <p:spPr>
          <a:xfrm>
            <a:off x="4449750" y="3565905"/>
            <a:ext cx="821606" cy="253916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lvl="0"/>
            <a:r>
              <a:rPr lang="en-US" sz="1050" b="1" i="0" spc="240" baseline="0" dirty="0">
                <a:solidFill>
                  <a:srgbClr val="007FAA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rPr>
              <a:t>IMPACT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91F1BB-3F21-BBE0-F826-F09ADD245B15}"/>
              </a:ext>
            </a:extLst>
          </p:cNvPr>
          <p:cNvSpPr txBox="1"/>
          <p:nvPr userDrawn="1"/>
        </p:nvSpPr>
        <p:spPr>
          <a:xfrm>
            <a:off x="4455635" y="1373444"/>
            <a:ext cx="887422" cy="253916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lvl="0"/>
            <a:r>
              <a:rPr lang="en-US" sz="1050" b="1" i="0" spc="240" baseline="0" dirty="0">
                <a:solidFill>
                  <a:srgbClr val="007FAA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rPr>
              <a:t>OVERVIEW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A63D574-FDFC-5209-8F9A-CFB3D335E77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198" y="1588073"/>
            <a:ext cx="1371600" cy="1371600"/>
          </a:xfrm>
        </p:spPr>
        <p:txBody>
          <a:bodyPr>
            <a:norm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tabLst/>
              <a:defRPr sz="105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tabLst/>
              <a:defRPr/>
            </a:pPr>
            <a:r>
              <a:rPr lang="en-US" dirty="0"/>
              <a:t>Click on the image icon to add customer logo.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C732C9EE-CD60-B79D-DEF5-F0E18CA41837}"/>
              </a:ext>
            </a:extLst>
          </p:cNvPr>
          <p:cNvSpPr>
            <a:spLocks noGrp="1"/>
          </p:cNvSpPr>
          <p:nvPr>
            <p:ph idx="33" hasCustomPrompt="1"/>
          </p:nvPr>
        </p:nvSpPr>
        <p:spPr>
          <a:xfrm>
            <a:off x="457197" y="4200623"/>
            <a:ext cx="1204189" cy="643766"/>
          </a:xfrm>
        </p:spPr>
        <p:txBody>
          <a:bodyPr/>
          <a:lstStyle>
            <a:lvl1pPr marL="0" marR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tabLst/>
              <a:defRPr sz="75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tabLst/>
              <a:defRPr/>
            </a:pPr>
            <a:r>
              <a:rPr lang="en-US" dirty="0"/>
              <a:t>Click on the image icon to add customer logo.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E83F73B2-D6E4-B6AC-A361-12F354047E3F}"/>
              </a:ext>
            </a:extLst>
          </p:cNvPr>
          <p:cNvSpPr/>
          <p:nvPr userDrawn="1"/>
        </p:nvSpPr>
        <p:spPr>
          <a:xfrm>
            <a:off x="457197" y="3929840"/>
            <a:ext cx="2071690" cy="278680"/>
          </a:xfrm>
          <a:prstGeom prst="roundRect">
            <a:avLst>
              <a:gd name="adj" fmla="val 5011"/>
            </a:avLst>
          </a:prstGeom>
          <a:noFill/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68580" rIns="0" rtlCol="0" anchor="b" anchorCtr="0"/>
          <a:lstStyle/>
          <a:p>
            <a:r>
              <a:rPr lang="en-US" sz="788" b="1" i="0" dirty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Featuring AWS Financial</a:t>
            </a:r>
            <a:r>
              <a:rPr lang="en-US" sz="788" b="1" dirty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 </a:t>
            </a:r>
            <a:r>
              <a:rPr lang="en-US" sz="788" b="1" i="0" dirty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Services partner</a:t>
            </a:r>
          </a:p>
        </p:txBody>
      </p:sp>
    </p:spTree>
    <p:extLst>
      <p:ext uri="{BB962C8B-B14F-4D97-AF65-F5344CB8AC3E}">
        <p14:creationId xmlns:p14="http://schemas.microsoft.com/office/powerpoint/2010/main" val="20681532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064">
          <p15:clr>
            <a:srgbClr val="FBAE40"/>
          </p15:clr>
        </p15:guide>
        <p15:guide id="2" orient="horz" pos="2448">
          <p15:clr>
            <a:srgbClr val="FBAE40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onymous Customer story with partner and qu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D41CD-EE1A-4E63-BBDD-173E281256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676641"/>
            <a:ext cx="8551184" cy="42473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Anonymous Customer story slide with partners and quote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CB7E0003-F180-4528-9992-B9342F92AF4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57649" y="1588075"/>
            <a:ext cx="4330400" cy="161583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Aft>
                <a:spcPts val="1350"/>
              </a:spcAft>
              <a:buNone/>
              <a:defRPr sz="1050"/>
            </a:lvl1pPr>
          </a:lstStyle>
          <a:p>
            <a:pPr lvl="0"/>
            <a:r>
              <a:rPr lang="en-US" dirty="0"/>
              <a:t>Enter text: Challenge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9F1E5D-EEF6-9840-9346-15C8E1C2ED36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7834CDD4-D76F-4459-B025-0310E913C2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270C9A9D-7542-7043-9EAC-E26BAE41411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457648" y="2683694"/>
            <a:ext cx="4330400" cy="161583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Aft>
                <a:spcPts val="1350"/>
              </a:spcAft>
              <a:buNone/>
              <a:defRPr sz="1050"/>
            </a:lvl1pPr>
          </a:lstStyle>
          <a:p>
            <a:pPr lvl="0"/>
            <a:r>
              <a:rPr lang="en-US" dirty="0"/>
              <a:t>Enter text: Solution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A4052ECE-FEF0-8847-9708-1EFF2E5E52F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57649" y="3779312"/>
            <a:ext cx="4330400" cy="161583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Aft>
                <a:spcPts val="1350"/>
              </a:spcAft>
              <a:buNone/>
              <a:defRPr sz="1050"/>
            </a:lvl1pPr>
          </a:lstStyle>
          <a:p>
            <a:pPr lvl="0"/>
            <a:r>
              <a:rPr lang="en-US" dirty="0"/>
              <a:t>Enter text: Impact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2F262EE-4874-7043-972B-FC8E01264F9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7199" y="2776401"/>
            <a:ext cx="3301990" cy="155812"/>
          </a:xfrm>
        </p:spPr>
        <p:txBody>
          <a:bodyPr lIns="0" tIns="0" rIns="0" bIns="0"/>
          <a:lstStyle>
            <a:lvl1pPr marL="0" indent="0">
              <a:spcAft>
                <a:spcPts val="1350"/>
              </a:spcAft>
              <a:buNone/>
              <a:defRPr sz="1125" b="1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Enter quote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4048E6A8-BF49-284F-9AB8-66859D12DA4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7199" y="3665126"/>
            <a:ext cx="3301990" cy="236603"/>
          </a:xfrm>
        </p:spPr>
        <p:txBody>
          <a:bodyPr lIns="0" tIns="0" rIns="0" bIns="0"/>
          <a:lstStyle>
            <a:lvl1pPr marL="0" indent="0">
              <a:spcAft>
                <a:spcPts val="225"/>
              </a:spcAft>
              <a:buNone/>
              <a:defRPr sz="75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company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68A69304-E974-4CA6-EE0B-15CEF42E406E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140267" y="2782946"/>
            <a:ext cx="219456" cy="279307"/>
          </a:xfrm>
          <a:blipFill dpi="0" rotWithShape="1"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A5FC4236-00FA-3CB2-95FF-B4F3E0B21AAF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 rot="10800000">
            <a:off x="8962363" y="5158336"/>
            <a:ext cx="92042" cy="279307"/>
          </a:xfrm>
          <a:blipFill dpi="0" rotWithShape="1">
            <a:blip r:embed="rId2">
              <a:alphaModFix amt="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157754-5A47-C945-51D2-DB39C12597FF}"/>
              </a:ext>
            </a:extLst>
          </p:cNvPr>
          <p:cNvSpPr txBox="1"/>
          <p:nvPr userDrawn="1"/>
        </p:nvSpPr>
        <p:spPr>
          <a:xfrm>
            <a:off x="4450988" y="2443173"/>
            <a:ext cx="1237944" cy="253916"/>
          </a:xfrm>
          <a:prstGeom prst="rect">
            <a:avLst/>
          </a:prstGeom>
          <a:noFill/>
        </p:spPr>
        <p:txBody>
          <a:bodyPr wrap="square" lIns="0" rIns="0" rtlCol="0" anchor="ctr">
            <a:spAutoFit/>
          </a:bodyPr>
          <a:lstStyle/>
          <a:p>
            <a:pPr lvl="0"/>
            <a:r>
              <a:rPr lang="en-US" sz="1050" b="1" i="0" spc="240" baseline="0" dirty="0">
                <a:solidFill>
                  <a:srgbClr val="007FAA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rPr>
              <a:t>SOLUTION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173020-1C00-3935-63A6-5F521841909E}"/>
              </a:ext>
            </a:extLst>
          </p:cNvPr>
          <p:cNvSpPr txBox="1"/>
          <p:nvPr userDrawn="1"/>
        </p:nvSpPr>
        <p:spPr>
          <a:xfrm>
            <a:off x="4449750" y="3565905"/>
            <a:ext cx="821606" cy="253916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lvl="0"/>
            <a:r>
              <a:rPr lang="en-US" sz="1050" b="1" i="0" spc="240" baseline="0" dirty="0">
                <a:solidFill>
                  <a:srgbClr val="007FAA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rPr>
              <a:t>IMPACT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5EDC3E-FA6C-85A4-1460-4B26A0A7D629}"/>
              </a:ext>
            </a:extLst>
          </p:cNvPr>
          <p:cNvSpPr txBox="1"/>
          <p:nvPr userDrawn="1"/>
        </p:nvSpPr>
        <p:spPr>
          <a:xfrm>
            <a:off x="4455635" y="1373444"/>
            <a:ext cx="887422" cy="253916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lvl="0"/>
            <a:r>
              <a:rPr lang="en-US" sz="1050" b="1" i="0" spc="240" baseline="0" dirty="0">
                <a:solidFill>
                  <a:srgbClr val="007FAA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rPr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2F9D7A-18D4-F885-41E7-51D460C85C62}"/>
              </a:ext>
            </a:extLst>
          </p:cNvPr>
          <p:cNvSpPr>
            <a:spLocks noGrp="1"/>
          </p:cNvSpPr>
          <p:nvPr>
            <p:ph idx="33" hasCustomPrompt="1"/>
          </p:nvPr>
        </p:nvSpPr>
        <p:spPr>
          <a:xfrm>
            <a:off x="457197" y="4200623"/>
            <a:ext cx="1204189" cy="643766"/>
          </a:xfrm>
        </p:spPr>
        <p:txBody>
          <a:bodyPr/>
          <a:lstStyle>
            <a:lvl1pPr marL="0" marR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tabLst/>
              <a:defRPr sz="75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tabLst/>
              <a:defRPr/>
            </a:pPr>
            <a:r>
              <a:rPr lang="en-US" dirty="0"/>
              <a:t>Click on the image icon to add customer logo.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A2D3575-A014-2768-EFB0-3FFDE98FBA7F}"/>
              </a:ext>
            </a:extLst>
          </p:cNvPr>
          <p:cNvSpPr/>
          <p:nvPr userDrawn="1"/>
        </p:nvSpPr>
        <p:spPr>
          <a:xfrm>
            <a:off x="457197" y="3929840"/>
            <a:ext cx="2071690" cy="278680"/>
          </a:xfrm>
          <a:prstGeom prst="roundRect">
            <a:avLst>
              <a:gd name="adj" fmla="val 5011"/>
            </a:avLst>
          </a:prstGeom>
          <a:noFill/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68580" rIns="0" rtlCol="0" anchor="b" anchorCtr="0"/>
          <a:lstStyle/>
          <a:p>
            <a:r>
              <a:rPr lang="en-US" sz="788" b="1" i="0" dirty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Featuring AWS Financial</a:t>
            </a:r>
            <a:r>
              <a:rPr lang="en-US" sz="788" b="1" dirty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 </a:t>
            </a:r>
            <a:r>
              <a:rPr lang="en-US" sz="788" b="1" i="0" dirty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Services partner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E3173DA4-D659-FF35-24A0-F6A1D133576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198" y="1328274"/>
            <a:ext cx="1371600" cy="1371600"/>
          </a:xfrm>
        </p:spPr>
        <p:txBody>
          <a:bodyPr>
            <a:norm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tabLst/>
              <a:defRPr sz="105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tabLst/>
              <a:defRPr/>
            </a:pPr>
            <a:r>
              <a:rPr lang="en-US" dirty="0"/>
              <a:t>Click on the image icon to add customer logo.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26503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064">
          <p15:clr>
            <a:srgbClr val="FBAE40"/>
          </p15:clr>
        </p15:guide>
        <p15:guide id="2" orient="horz" pos="2448">
          <p15:clr>
            <a:srgbClr val="FBAE4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onymous Customer story slide with partner and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D41CD-EE1A-4E63-BBDD-173E281256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676641"/>
            <a:ext cx="8551184" cy="42473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Anonymous Customer story slide with partner and fact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CB7E0003-F180-4528-9992-B9342F92AF4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57649" y="1588075"/>
            <a:ext cx="4330400" cy="161583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Aft>
                <a:spcPts val="1350"/>
              </a:spcAft>
              <a:buNone/>
              <a:defRPr sz="1050"/>
            </a:lvl1pPr>
          </a:lstStyle>
          <a:p>
            <a:pPr lvl="0"/>
            <a:r>
              <a:rPr lang="en-US" dirty="0"/>
              <a:t>Enter text: Challenge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9F1E5D-EEF6-9840-9346-15C8E1C2ED36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7834CDD4-D76F-4459-B025-0310E913C2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270C9A9D-7542-7043-9EAC-E26BAE41411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457648" y="2683694"/>
            <a:ext cx="4330400" cy="161583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Aft>
                <a:spcPts val="1350"/>
              </a:spcAft>
              <a:buNone/>
              <a:defRPr sz="1050"/>
            </a:lvl1pPr>
          </a:lstStyle>
          <a:p>
            <a:pPr lvl="0"/>
            <a:r>
              <a:rPr lang="en-US" dirty="0"/>
              <a:t>Enter text: Solution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A4052ECE-FEF0-8847-9708-1EFF2E5E52F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57649" y="3779312"/>
            <a:ext cx="4330400" cy="161583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Aft>
                <a:spcPts val="1350"/>
              </a:spcAft>
              <a:buNone/>
              <a:defRPr sz="1050"/>
            </a:lvl1pPr>
          </a:lstStyle>
          <a:p>
            <a:pPr lvl="0"/>
            <a:r>
              <a:rPr lang="en-US" dirty="0"/>
              <a:t>Enter text: Impact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A8B1F95-053A-E029-F5D6-FA089803C89A}"/>
              </a:ext>
            </a:extLst>
          </p:cNvPr>
          <p:cNvSpPr txBox="1"/>
          <p:nvPr userDrawn="1"/>
        </p:nvSpPr>
        <p:spPr>
          <a:xfrm>
            <a:off x="4450988" y="2443173"/>
            <a:ext cx="1237944" cy="253916"/>
          </a:xfrm>
          <a:prstGeom prst="rect">
            <a:avLst/>
          </a:prstGeom>
          <a:noFill/>
        </p:spPr>
        <p:txBody>
          <a:bodyPr wrap="square" lIns="0" rIns="0" rtlCol="0" anchor="ctr">
            <a:spAutoFit/>
          </a:bodyPr>
          <a:lstStyle/>
          <a:p>
            <a:pPr lvl="0"/>
            <a:r>
              <a:rPr lang="en-US" sz="1050" b="1" i="0" spc="240" baseline="0" dirty="0">
                <a:solidFill>
                  <a:srgbClr val="007FAA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rPr>
              <a:t>SOLUTION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AFB601A-4ED3-F68F-408C-7A416CE524F0}"/>
              </a:ext>
            </a:extLst>
          </p:cNvPr>
          <p:cNvSpPr txBox="1"/>
          <p:nvPr userDrawn="1"/>
        </p:nvSpPr>
        <p:spPr>
          <a:xfrm>
            <a:off x="4449750" y="3565905"/>
            <a:ext cx="821606" cy="253916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lvl="0"/>
            <a:r>
              <a:rPr lang="en-US" sz="1050" b="1" i="0" spc="240" baseline="0" dirty="0">
                <a:solidFill>
                  <a:srgbClr val="007FAA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rPr>
              <a:t>IMPACT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DF1DF95-6E21-CCF1-12AC-00EDA9A703C2}"/>
              </a:ext>
            </a:extLst>
          </p:cNvPr>
          <p:cNvSpPr txBox="1"/>
          <p:nvPr userDrawn="1"/>
        </p:nvSpPr>
        <p:spPr>
          <a:xfrm>
            <a:off x="4455635" y="1373444"/>
            <a:ext cx="887422" cy="253916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lvl="0"/>
            <a:r>
              <a:rPr lang="en-US" sz="1050" b="1" i="0" spc="240" baseline="0" dirty="0">
                <a:solidFill>
                  <a:srgbClr val="007FAA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rPr>
              <a:t>OVERVIEW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C17D52CF-FCAD-5443-A2AE-91CBB9D3AB8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198" y="1329085"/>
            <a:ext cx="1371600" cy="1371600"/>
          </a:xfrm>
        </p:spPr>
        <p:txBody>
          <a:bodyPr>
            <a:norm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tabLst/>
              <a:defRPr sz="105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tabLst/>
              <a:defRPr/>
            </a:pPr>
            <a:r>
              <a:rPr lang="en-US" dirty="0"/>
              <a:t>Click on the image icon to add customer logo.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C335D580-0ED5-0DDF-0470-1B5D881BA7A4}"/>
              </a:ext>
            </a:extLst>
          </p:cNvPr>
          <p:cNvSpPr>
            <a:spLocks noGrp="1"/>
          </p:cNvSpPr>
          <p:nvPr>
            <p:ph idx="33" hasCustomPrompt="1"/>
          </p:nvPr>
        </p:nvSpPr>
        <p:spPr>
          <a:xfrm>
            <a:off x="457197" y="4140171"/>
            <a:ext cx="1204189" cy="643766"/>
          </a:xfrm>
        </p:spPr>
        <p:txBody>
          <a:bodyPr/>
          <a:lstStyle>
            <a:lvl1pPr marL="0" marR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tabLst/>
              <a:defRPr sz="75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tabLst/>
              <a:defRPr/>
            </a:pPr>
            <a:r>
              <a:rPr lang="en-US" dirty="0"/>
              <a:t>Click on the image icon to add customer logo.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683B3514-4994-3642-A364-13A4C9FAEFF4}"/>
              </a:ext>
            </a:extLst>
          </p:cNvPr>
          <p:cNvSpPr/>
          <p:nvPr userDrawn="1"/>
        </p:nvSpPr>
        <p:spPr>
          <a:xfrm>
            <a:off x="457197" y="3869388"/>
            <a:ext cx="2071690" cy="278680"/>
          </a:xfrm>
          <a:prstGeom prst="roundRect">
            <a:avLst>
              <a:gd name="adj" fmla="val 5011"/>
            </a:avLst>
          </a:prstGeom>
          <a:noFill/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68580" rIns="0" rtlCol="0" anchor="b" anchorCtr="0"/>
          <a:lstStyle/>
          <a:p>
            <a:r>
              <a:rPr lang="en-US" sz="788" b="1" i="0" dirty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Featuring AWS Financial</a:t>
            </a:r>
            <a:r>
              <a:rPr lang="en-US" sz="788" b="1" dirty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 </a:t>
            </a:r>
            <a:r>
              <a:rPr lang="en-US" sz="788" b="1" i="0" dirty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Services partner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9A86C38F-24FE-33C5-3873-D18A8F7E471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7198" y="2988968"/>
            <a:ext cx="2802836" cy="161583"/>
          </a:xfrm>
        </p:spPr>
        <p:txBody>
          <a:bodyPr tIns="0" bIns="0" anchor="t"/>
          <a:lstStyle>
            <a:lvl1pPr marL="0" indent="0">
              <a:lnSpc>
                <a:spcPct val="100000"/>
              </a:lnSpc>
              <a:spcAft>
                <a:spcPts val="450"/>
              </a:spcAft>
              <a:buNone/>
              <a:defRPr sz="1050" b="1" i="1"/>
            </a:lvl1pPr>
            <a:lvl2pPr marL="214313" indent="0">
              <a:buNone/>
              <a:defRPr sz="1050" b="1"/>
            </a:lvl2pPr>
            <a:lvl3pPr marL="471488" indent="0">
              <a:buNone/>
              <a:defRPr sz="1050" b="1"/>
            </a:lvl3pPr>
            <a:lvl4pPr marL="644129" indent="0">
              <a:buNone/>
              <a:defRPr sz="1050" b="1"/>
            </a:lvl4pPr>
            <a:lvl5pPr marL="772716" indent="0">
              <a:buNone/>
              <a:defRPr sz="1050" b="1"/>
            </a:lvl5pPr>
          </a:lstStyle>
          <a:p>
            <a:pPr lvl="0"/>
            <a:r>
              <a:rPr lang="en-US" dirty="0"/>
              <a:t>Enter fact text </a:t>
            </a:r>
          </a:p>
        </p:txBody>
      </p:sp>
    </p:spTree>
    <p:extLst>
      <p:ext uri="{BB962C8B-B14F-4D97-AF65-F5344CB8AC3E}">
        <p14:creationId xmlns:p14="http://schemas.microsoft.com/office/powerpoint/2010/main" val="4344611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064">
          <p15:clr>
            <a:srgbClr val="FBAE40"/>
          </p15:clr>
        </p15:guide>
        <p15:guide id="2" orient="horz" pos="2448">
          <p15:clr>
            <a:srgbClr val="FBAE4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Stor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A9828F5-C04D-111E-1250-FCE6EDB0C87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4FE67B-06D7-094E-8FDA-8AEA93900DC0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7834CDD4-D76F-4459-B025-0310E913C24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A6C834-F828-210B-7979-E3661840F26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6471" y="4753502"/>
            <a:ext cx="274320" cy="16406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47277A6-5CD8-28A2-49B0-59F3CF6D0D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0486" y="1810839"/>
            <a:ext cx="5119007" cy="424732"/>
          </a:xfrm>
        </p:spPr>
        <p:txBody>
          <a:bodyPr anchor="b" anchorCtr="0"/>
          <a:lstStyle>
            <a:lvl1pPr>
              <a:defRPr lang="en-US" sz="2400" b="0" i="0" kern="1200" dirty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Click to edit headline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6B810272-EEEE-32F3-41ED-3594A213CA3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0486" y="2338793"/>
            <a:ext cx="5119007" cy="1598825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1350" b="0" i="0" baseline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FCA451E-7A78-F558-0823-F87EE50603A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11167" y="1983800"/>
            <a:ext cx="1857737" cy="461665"/>
          </a:xfr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tabLst/>
              <a:defRPr sz="1200">
                <a:solidFill>
                  <a:schemeClr val="tx1"/>
                </a:solidFill>
              </a:defRPr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tabLst/>
              <a:defRPr/>
            </a:pPr>
            <a:r>
              <a:rPr lang="en-US" dirty="0"/>
              <a:t>Click to add one-color (white) logo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F02C82-513A-FC82-FC36-16FE08CCE905}"/>
              </a:ext>
            </a:extLst>
          </p:cNvPr>
          <p:cNvSpPr txBox="1"/>
          <p:nvPr userDrawn="1"/>
        </p:nvSpPr>
        <p:spPr>
          <a:xfrm>
            <a:off x="855814" y="4792360"/>
            <a:ext cx="2981907" cy="1615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450" dirty="0">
                <a:solidFill>
                  <a:schemeClr val="tx2"/>
                </a:solidFill>
              </a:rPr>
              <a:t>© </a:t>
            </a:r>
            <a:fld id="{C09C7244-04FA-4945-8501-81AE75998B9F}" type="datetimeyyyy">
              <a:rPr lang="en-US" sz="450" smtClean="0">
                <a:solidFill>
                  <a:schemeClr val="tx2"/>
                </a:solidFill>
              </a:rPr>
              <a:t>2026</a:t>
            </a:fld>
            <a:r>
              <a:rPr lang="en-US" sz="450" dirty="0">
                <a:solidFill>
                  <a:schemeClr val="tx2"/>
                </a:solidFill>
              </a:rPr>
              <a:t>, Amazon Web Services, Inc. or its affiliates. All rights reserved. Amazon Confidential and Trademark.</a:t>
            </a:r>
          </a:p>
        </p:txBody>
      </p:sp>
    </p:spTree>
    <p:extLst>
      <p:ext uri="{BB962C8B-B14F-4D97-AF65-F5344CB8AC3E}">
        <p14:creationId xmlns:p14="http://schemas.microsoft.com/office/powerpoint/2010/main" val="40880111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4752">
          <p15:clr>
            <a:srgbClr val="FBAE40"/>
          </p15:clr>
        </p15:guide>
        <p15:guide id="2" orient="horz" pos="1320">
          <p15:clr>
            <a:srgbClr val="FBAE4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ark Stor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85ACAAC-BCF5-C024-43CB-4A8FF8FEFB1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4FE67B-06D7-094E-8FDA-8AEA93900DC0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7834CDD4-D76F-4459-B025-0310E913C24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A6C834-F828-210B-7979-E3661840F26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6471" y="4753502"/>
            <a:ext cx="274320" cy="16406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47277A6-5CD8-28A2-49B0-59F3CF6D0D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0486" y="1810839"/>
            <a:ext cx="5119007" cy="424732"/>
          </a:xfrm>
        </p:spPr>
        <p:txBody>
          <a:bodyPr anchor="b" anchorCtr="0"/>
          <a:lstStyle>
            <a:lvl1pPr>
              <a:defRPr lang="en-US" sz="2400" b="0" i="0" kern="1200" dirty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Click to edit headline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6B810272-EEEE-32F3-41ED-3594A213CA3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0486" y="2338793"/>
            <a:ext cx="5119007" cy="1598825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1350" b="0" i="0" baseline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FCA451E-7A78-F558-0823-F87EE50603A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11167" y="1983800"/>
            <a:ext cx="1857737" cy="461665"/>
          </a:xfr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tabLst/>
              <a:defRPr sz="1200">
                <a:solidFill>
                  <a:schemeClr val="tx1"/>
                </a:solidFill>
              </a:defRPr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tabLst/>
              <a:defRPr/>
            </a:pPr>
            <a:r>
              <a:rPr lang="en-US" dirty="0"/>
              <a:t>Click to add one-color (white) logo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05283D-6FF4-06EA-8CBD-DB0E25A294D6}"/>
              </a:ext>
            </a:extLst>
          </p:cNvPr>
          <p:cNvSpPr txBox="1"/>
          <p:nvPr userDrawn="1"/>
        </p:nvSpPr>
        <p:spPr>
          <a:xfrm>
            <a:off x="855814" y="4792360"/>
            <a:ext cx="2981907" cy="1615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450" dirty="0">
                <a:solidFill>
                  <a:schemeClr val="tx2"/>
                </a:solidFill>
              </a:rPr>
              <a:t>© </a:t>
            </a:r>
            <a:fld id="{C09C7244-04FA-4945-8501-81AE75998B9F}" type="datetimeyyyy">
              <a:rPr lang="en-US" sz="450" smtClean="0">
                <a:solidFill>
                  <a:schemeClr val="tx2"/>
                </a:solidFill>
              </a:rPr>
              <a:t>2026</a:t>
            </a:fld>
            <a:r>
              <a:rPr lang="en-US" sz="450" dirty="0">
                <a:solidFill>
                  <a:schemeClr val="tx2"/>
                </a:solidFill>
              </a:rPr>
              <a:t>, Amazon Web Services, Inc. or its affiliates. All rights reserved. Amazon Confidential and Trademark.</a:t>
            </a:r>
          </a:p>
        </p:txBody>
      </p:sp>
    </p:spTree>
    <p:extLst>
      <p:ext uri="{BB962C8B-B14F-4D97-AF65-F5344CB8AC3E}">
        <p14:creationId xmlns:p14="http://schemas.microsoft.com/office/powerpoint/2010/main" val="5255973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4752">
          <p15:clr>
            <a:srgbClr val="FBAE40"/>
          </p15:clr>
        </p15:guide>
        <p15:guide id="2" orient="horz" pos="1320">
          <p15:clr>
            <a:srgbClr val="FBAE4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ud Journ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5FD768-1FDD-824A-A127-345B20AED23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834CDD4-D76F-4459-B025-0310E913C2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E40FAC7-4AD0-6D45-8B82-862DE58A9E3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888148" y="-70339"/>
            <a:ext cx="1135049" cy="990015"/>
          </a:xfr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tabLst/>
              <a:defRPr sz="105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tabLst/>
              <a:defRPr/>
            </a:pPr>
            <a:r>
              <a:rPr lang="en-US" dirty="0"/>
              <a:t>Click on the image icon to add customer logo.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09FEBCC-68D6-4E5F-B466-2A06DA724D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674259"/>
            <a:ext cx="8229600" cy="424732"/>
          </a:xfrm>
        </p:spPr>
        <p:txBody>
          <a:bodyPr/>
          <a:lstStyle>
            <a:lvl1pPr>
              <a:defRPr>
                <a:solidFill>
                  <a:srgbClr val="007FAA"/>
                </a:solidFill>
              </a:defRPr>
            </a:lvl1pPr>
          </a:lstStyle>
          <a:p>
            <a:r>
              <a:rPr lang="en-US" dirty="0"/>
              <a:t>Cloud journey layout</a:t>
            </a:r>
          </a:p>
        </p:txBody>
      </p:sp>
      <p:sp>
        <p:nvSpPr>
          <p:cNvPr id="11" name="Date Placeholder 2">
            <a:extLst>
              <a:ext uri="{FF2B5EF4-FFF2-40B4-BE49-F238E27FC236}">
                <a16:creationId xmlns:a16="http://schemas.microsoft.com/office/drawing/2014/main" id="{DECC38B4-69D4-E966-2BFB-1D550FE8DB0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5214938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685800" rtl="0" eaLnBrk="1" latinLnBrk="0" hangingPunct="1">
              <a:defRPr sz="675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B1EF3D5-2436-9240-B6D0-2048A71FFF33}" type="datetime1">
              <a:rPr lang="en-US" smtClean="0"/>
              <a:pPr/>
              <a:t>1/16/2026</a:t>
            </a:fld>
            <a:endParaRPr lang="en-US"/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4BD16A4D-78CA-E1C9-EE50-631FE5A1C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5214938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685800" rtl="0" eaLnBrk="1" latinLnBrk="0" hangingPunct="1">
              <a:defRPr sz="675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841516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creen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45DE8161-89FB-4C0E-91DC-BB077E8FD5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9144000" cy="5143499"/>
          </a:xfrm>
          <a:solidFill>
            <a:schemeClr val="bg2"/>
          </a:solidFill>
        </p:spPr>
        <p:txBody>
          <a:bodyPr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846014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er logo w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B31D2-1E8A-4798-BD13-0606620FD0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Customer logo wall layout (8)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B4976B-D5E7-498C-99B5-7AA17CD10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7C4FF75-DBF1-4846-9B49-7424CC9B81D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3131" y="1645920"/>
            <a:ext cx="1371600" cy="822960"/>
          </a:xfrm>
        </p:spPr>
        <p:txBody>
          <a:bodyPr>
            <a:noAutofit/>
          </a:bodyPr>
          <a:lstStyle>
            <a:lvl1pPr marL="0" indent="0">
              <a:buNone/>
              <a:defRPr sz="825">
                <a:solidFill>
                  <a:schemeClr val="tx1"/>
                </a:solidFill>
              </a:defRPr>
            </a:lvl1pPr>
            <a:lvl2pPr marL="214313" indent="0">
              <a:buNone/>
              <a:defRPr/>
            </a:lvl2pPr>
            <a:lvl3pPr marL="471488" indent="0">
              <a:buNone/>
              <a:defRPr/>
            </a:lvl3pPr>
            <a:lvl4pPr marL="644129" indent="0">
              <a:buNone/>
              <a:defRPr/>
            </a:lvl4pPr>
            <a:lvl5pPr marL="772716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AA3F6BBD-CD6D-4350-B54B-BE6A362B5E0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179269" y="1645920"/>
            <a:ext cx="1371600" cy="822960"/>
          </a:xfrm>
        </p:spPr>
        <p:txBody>
          <a:bodyPr>
            <a:noAutofit/>
          </a:bodyPr>
          <a:lstStyle>
            <a:lvl1pPr marL="0" indent="0">
              <a:buNone/>
              <a:defRPr sz="825">
                <a:solidFill>
                  <a:schemeClr val="tx1"/>
                </a:solidFill>
              </a:defRPr>
            </a:lvl1pPr>
            <a:lvl2pPr marL="214313" indent="0">
              <a:buNone/>
              <a:defRPr/>
            </a:lvl2pPr>
            <a:lvl3pPr marL="471488" indent="0">
              <a:buNone/>
              <a:defRPr/>
            </a:lvl3pPr>
            <a:lvl4pPr marL="644129" indent="0">
              <a:buNone/>
              <a:defRPr/>
            </a:lvl4pPr>
            <a:lvl5pPr marL="772716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F03249D0-599C-470C-AF38-A23174D881DA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2788511" y="1645920"/>
            <a:ext cx="1371600" cy="822960"/>
          </a:xfrm>
        </p:spPr>
        <p:txBody>
          <a:bodyPr>
            <a:noAutofit/>
          </a:bodyPr>
          <a:lstStyle>
            <a:lvl1pPr marL="0" indent="0">
              <a:buNone/>
              <a:defRPr sz="825">
                <a:solidFill>
                  <a:schemeClr val="tx1"/>
                </a:solidFill>
              </a:defRPr>
            </a:lvl1pPr>
            <a:lvl2pPr marL="214313" indent="0">
              <a:buNone/>
              <a:defRPr/>
            </a:lvl2pPr>
            <a:lvl3pPr marL="471488" indent="0">
              <a:buNone/>
              <a:defRPr/>
            </a:lvl3pPr>
            <a:lvl4pPr marL="644129" indent="0">
              <a:buNone/>
              <a:defRPr/>
            </a:lvl4pPr>
            <a:lvl5pPr marL="772716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494B0474-3C2B-4A1F-847C-77DB62476761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983890" y="1645920"/>
            <a:ext cx="1371600" cy="822960"/>
          </a:xfrm>
        </p:spPr>
        <p:txBody>
          <a:bodyPr>
            <a:noAutofit/>
          </a:bodyPr>
          <a:lstStyle>
            <a:lvl1pPr marL="0" indent="0">
              <a:buNone/>
              <a:defRPr sz="825">
                <a:solidFill>
                  <a:schemeClr val="tx1"/>
                </a:solidFill>
              </a:defRPr>
            </a:lvl1pPr>
            <a:lvl2pPr marL="214313" indent="0">
              <a:buNone/>
              <a:defRPr/>
            </a:lvl2pPr>
            <a:lvl3pPr marL="471488" indent="0">
              <a:buNone/>
              <a:defRPr/>
            </a:lvl3pPr>
            <a:lvl4pPr marL="644129" indent="0">
              <a:buNone/>
              <a:defRPr/>
            </a:lvl4pPr>
            <a:lvl5pPr marL="772716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B3D3A2C-F2FE-4E58-9179-32ACA63A87E0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593131" y="3044952"/>
            <a:ext cx="1371600" cy="822960"/>
          </a:xfrm>
        </p:spPr>
        <p:txBody>
          <a:bodyPr>
            <a:noAutofit/>
          </a:bodyPr>
          <a:lstStyle>
            <a:lvl1pPr marL="0" indent="0">
              <a:buNone/>
              <a:defRPr sz="825">
                <a:solidFill>
                  <a:schemeClr val="tx1"/>
                </a:solidFill>
              </a:defRPr>
            </a:lvl1pPr>
            <a:lvl2pPr marL="214313" indent="0">
              <a:buNone/>
              <a:defRPr/>
            </a:lvl2pPr>
            <a:lvl3pPr marL="471488" indent="0">
              <a:buNone/>
              <a:defRPr/>
            </a:lvl3pPr>
            <a:lvl4pPr marL="644129" indent="0">
              <a:buNone/>
              <a:defRPr/>
            </a:lvl4pPr>
            <a:lvl5pPr marL="772716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D9DA6D6E-7CB2-43EC-A618-77FD5AC68695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7179269" y="3044952"/>
            <a:ext cx="1371600" cy="822960"/>
          </a:xfrm>
        </p:spPr>
        <p:txBody>
          <a:bodyPr>
            <a:noAutofit/>
          </a:bodyPr>
          <a:lstStyle>
            <a:lvl1pPr marL="0" indent="0">
              <a:buNone/>
              <a:defRPr sz="825">
                <a:solidFill>
                  <a:schemeClr val="tx1"/>
                </a:solidFill>
              </a:defRPr>
            </a:lvl1pPr>
            <a:lvl2pPr marL="214313" indent="0">
              <a:buNone/>
              <a:defRPr/>
            </a:lvl2pPr>
            <a:lvl3pPr marL="471488" indent="0">
              <a:buNone/>
              <a:defRPr/>
            </a:lvl3pPr>
            <a:lvl4pPr marL="644129" indent="0">
              <a:buNone/>
              <a:defRPr/>
            </a:lvl4pPr>
            <a:lvl5pPr marL="772716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4" name="Content Placeholder 7">
            <a:extLst>
              <a:ext uri="{FF2B5EF4-FFF2-40B4-BE49-F238E27FC236}">
                <a16:creationId xmlns:a16="http://schemas.microsoft.com/office/drawing/2014/main" id="{DD3BB708-38D6-4216-8681-62B5B1293221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2788511" y="3044952"/>
            <a:ext cx="1371600" cy="822960"/>
          </a:xfrm>
        </p:spPr>
        <p:txBody>
          <a:bodyPr>
            <a:noAutofit/>
          </a:bodyPr>
          <a:lstStyle>
            <a:lvl1pPr marL="0" indent="0">
              <a:buNone/>
              <a:defRPr sz="825">
                <a:solidFill>
                  <a:schemeClr val="tx1"/>
                </a:solidFill>
              </a:defRPr>
            </a:lvl1pPr>
            <a:lvl2pPr marL="214313" indent="0">
              <a:buNone/>
              <a:defRPr/>
            </a:lvl2pPr>
            <a:lvl3pPr marL="471488" indent="0">
              <a:buNone/>
              <a:defRPr/>
            </a:lvl3pPr>
            <a:lvl4pPr marL="644129" indent="0">
              <a:buNone/>
              <a:defRPr/>
            </a:lvl4pPr>
            <a:lvl5pPr marL="772716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D95B1CF7-30AD-446D-BB48-437779BB20A2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4983890" y="3044952"/>
            <a:ext cx="1371600" cy="822960"/>
          </a:xfrm>
        </p:spPr>
        <p:txBody>
          <a:bodyPr>
            <a:noAutofit/>
          </a:bodyPr>
          <a:lstStyle>
            <a:lvl1pPr marL="0" indent="0">
              <a:buNone/>
              <a:defRPr sz="825">
                <a:solidFill>
                  <a:schemeClr val="tx1"/>
                </a:solidFill>
              </a:defRPr>
            </a:lvl1pPr>
            <a:lvl2pPr marL="214313" indent="0">
              <a:buNone/>
              <a:defRPr/>
            </a:lvl2pPr>
            <a:lvl3pPr marL="471488" indent="0">
              <a:buNone/>
              <a:defRPr/>
            </a:lvl3pPr>
            <a:lvl4pPr marL="644129" indent="0">
              <a:buNone/>
              <a:defRPr/>
            </a:lvl4pPr>
            <a:lvl5pPr marL="772716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</p:spTree>
    <p:extLst>
      <p:ext uri="{BB962C8B-B14F-4D97-AF65-F5344CB8AC3E}">
        <p14:creationId xmlns:p14="http://schemas.microsoft.com/office/powerpoint/2010/main" val="151880138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er logo wall layout (1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B31D2-1E8A-4798-BD13-0606620FD0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Customer logo wall layout (12)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046C62-58BE-4875-9CF1-988E9FBC80B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5214938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685800" rtl="0" eaLnBrk="1" latinLnBrk="0" hangingPunct="1">
              <a:defRPr sz="675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B1EF3D5-2436-9240-B6D0-2048A71FFF33}" type="datetime1">
              <a:rPr lang="en-US" smtClean="0"/>
              <a:pPr/>
              <a:t>1/16/2026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9F8648-DA5C-4249-B315-5FCC6764F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5214938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685800" rtl="0" eaLnBrk="1" latinLnBrk="0" hangingPunct="1">
              <a:defRPr sz="675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B4976B-D5E7-498C-99B5-7AA17CD10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7C4FF75-DBF1-4846-9B49-7424CC9B81D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3131" y="1466382"/>
            <a:ext cx="1371600" cy="822960"/>
          </a:xfrm>
        </p:spPr>
        <p:txBody>
          <a:bodyPr>
            <a:noAutofit/>
          </a:bodyPr>
          <a:lstStyle>
            <a:lvl1pPr marL="0" indent="0">
              <a:buNone/>
              <a:defRPr sz="825">
                <a:solidFill>
                  <a:schemeClr val="tx2"/>
                </a:solidFill>
              </a:defRPr>
            </a:lvl1pPr>
            <a:lvl2pPr marL="214313" indent="0">
              <a:buNone/>
              <a:defRPr/>
            </a:lvl2pPr>
            <a:lvl3pPr marL="471488" indent="0">
              <a:buNone/>
              <a:defRPr/>
            </a:lvl3pPr>
            <a:lvl4pPr marL="644129" indent="0">
              <a:buNone/>
              <a:defRPr/>
            </a:lvl4pPr>
            <a:lvl5pPr marL="772716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AA3F6BBD-CD6D-4350-B54B-BE6A362B5E0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179269" y="1466382"/>
            <a:ext cx="1371600" cy="822960"/>
          </a:xfrm>
        </p:spPr>
        <p:txBody>
          <a:bodyPr>
            <a:noAutofit/>
          </a:bodyPr>
          <a:lstStyle>
            <a:lvl1pPr marL="0" indent="0">
              <a:buNone/>
              <a:defRPr sz="825">
                <a:solidFill>
                  <a:schemeClr val="tx2"/>
                </a:solidFill>
              </a:defRPr>
            </a:lvl1pPr>
            <a:lvl2pPr marL="214313" indent="0">
              <a:buNone/>
              <a:defRPr/>
            </a:lvl2pPr>
            <a:lvl3pPr marL="471488" indent="0">
              <a:buNone/>
              <a:defRPr/>
            </a:lvl3pPr>
            <a:lvl4pPr marL="644129" indent="0">
              <a:buNone/>
              <a:defRPr/>
            </a:lvl4pPr>
            <a:lvl5pPr marL="772716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F03249D0-599C-470C-AF38-A23174D881DA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2788511" y="1466382"/>
            <a:ext cx="1371600" cy="822960"/>
          </a:xfrm>
        </p:spPr>
        <p:txBody>
          <a:bodyPr>
            <a:noAutofit/>
          </a:bodyPr>
          <a:lstStyle>
            <a:lvl1pPr marL="0" indent="0">
              <a:buNone/>
              <a:defRPr sz="825">
                <a:solidFill>
                  <a:schemeClr val="tx2"/>
                </a:solidFill>
              </a:defRPr>
            </a:lvl1pPr>
            <a:lvl2pPr marL="214313" indent="0">
              <a:buNone/>
              <a:defRPr/>
            </a:lvl2pPr>
            <a:lvl3pPr marL="471488" indent="0">
              <a:buNone/>
              <a:defRPr/>
            </a:lvl3pPr>
            <a:lvl4pPr marL="644129" indent="0">
              <a:buNone/>
              <a:defRPr/>
            </a:lvl4pPr>
            <a:lvl5pPr marL="772716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494B0474-3C2B-4A1F-847C-77DB62476761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983890" y="1466382"/>
            <a:ext cx="1371600" cy="822960"/>
          </a:xfrm>
        </p:spPr>
        <p:txBody>
          <a:bodyPr>
            <a:noAutofit/>
          </a:bodyPr>
          <a:lstStyle>
            <a:lvl1pPr marL="0" indent="0">
              <a:buNone/>
              <a:defRPr sz="825">
                <a:solidFill>
                  <a:schemeClr val="tx2"/>
                </a:solidFill>
              </a:defRPr>
            </a:lvl1pPr>
            <a:lvl2pPr marL="214313" indent="0">
              <a:buNone/>
              <a:defRPr/>
            </a:lvl2pPr>
            <a:lvl3pPr marL="471488" indent="0">
              <a:buNone/>
              <a:defRPr/>
            </a:lvl3pPr>
            <a:lvl4pPr marL="644129" indent="0">
              <a:buNone/>
              <a:defRPr/>
            </a:lvl4pPr>
            <a:lvl5pPr marL="772716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B3D3A2C-F2FE-4E58-9179-32ACA63A87E0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593131" y="2517700"/>
            <a:ext cx="1371600" cy="822960"/>
          </a:xfrm>
        </p:spPr>
        <p:txBody>
          <a:bodyPr>
            <a:noAutofit/>
          </a:bodyPr>
          <a:lstStyle>
            <a:lvl1pPr marL="0" indent="0">
              <a:buNone/>
              <a:defRPr sz="825">
                <a:solidFill>
                  <a:schemeClr val="tx2"/>
                </a:solidFill>
              </a:defRPr>
            </a:lvl1pPr>
            <a:lvl2pPr marL="214313" indent="0">
              <a:buNone/>
              <a:defRPr/>
            </a:lvl2pPr>
            <a:lvl3pPr marL="471488" indent="0">
              <a:buNone/>
              <a:defRPr/>
            </a:lvl3pPr>
            <a:lvl4pPr marL="644129" indent="0">
              <a:buNone/>
              <a:defRPr/>
            </a:lvl4pPr>
            <a:lvl5pPr marL="772716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D9DA6D6E-7CB2-43EC-A618-77FD5AC68695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7179269" y="2517700"/>
            <a:ext cx="1371600" cy="822960"/>
          </a:xfrm>
        </p:spPr>
        <p:txBody>
          <a:bodyPr>
            <a:noAutofit/>
          </a:bodyPr>
          <a:lstStyle>
            <a:lvl1pPr marL="0" indent="0">
              <a:buNone/>
              <a:defRPr sz="825">
                <a:solidFill>
                  <a:schemeClr val="tx2"/>
                </a:solidFill>
              </a:defRPr>
            </a:lvl1pPr>
            <a:lvl2pPr marL="214313" indent="0">
              <a:buNone/>
              <a:defRPr/>
            </a:lvl2pPr>
            <a:lvl3pPr marL="471488" indent="0">
              <a:buNone/>
              <a:defRPr/>
            </a:lvl3pPr>
            <a:lvl4pPr marL="644129" indent="0">
              <a:buNone/>
              <a:defRPr/>
            </a:lvl4pPr>
            <a:lvl5pPr marL="772716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4" name="Content Placeholder 7">
            <a:extLst>
              <a:ext uri="{FF2B5EF4-FFF2-40B4-BE49-F238E27FC236}">
                <a16:creationId xmlns:a16="http://schemas.microsoft.com/office/drawing/2014/main" id="{DD3BB708-38D6-4216-8681-62B5B1293221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2788511" y="2517700"/>
            <a:ext cx="1371600" cy="822960"/>
          </a:xfrm>
        </p:spPr>
        <p:txBody>
          <a:bodyPr>
            <a:noAutofit/>
          </a:bodyPr>
          <a:lstStyle>
            <a:lvl1pPr marL="0" indent="0">
              <a:buNone/>
              <a:defRPr sz="825">
                <a:solidFill>
                  <a:schemeClr val="tx2"/>
                </a:solidFill>
              </a:defRPr>
            </a:lvl1pPr>
            <a:lvl2pPr marL="214313" indent="0">
              <a:buNone/>
              <a:defRPr/>
            </a:lvl2pPr>
            <a:lvl3pPr marL="471488" indent="0">
              <a:buNone/>
              <a:defRPr/>
            </a:lvl3pPr>
            <a:lvl4pPr marL="644129" indent="0">
              <a:buNone/>
              <a:defRPr/>
            </a:lvl4pPr>
            <a:lvl5pPr marL="772716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D95B1CF7-30AD-446D-BB48-437779BB20A2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4983890" y="2517700"/>
            <a:ext cx="1371600" cy="822960"/>
          </a:xfrm>
        </p:spPr>
        <p:txBody>
          <a:bodyPr>
            <a:noAutofit/>
          </a:bodyPr>
          <a:lstStyle>
            <a:lvl1pPr marL="0" indent="0">
              <a:buNone/>
              <a:defRPr sz="825">
                <a:solidFill>
                  <a:schemeClr val="tx2"/>
                </a:solidFill>
              </a:defRPr>
            </a:lvl1pPr>
            <a:lvl2pPr marL="214313" indent="0">
              <a:buNone/>
              <a:defRPr/>
            </a:lvl2pPr>
            <a:lvl3pPr marL="471488" indent="0">
              <a:buNone/>
              <a:defRPr/>
            </a:lvl3pPr>
            <a:lvl4pPr marL="644129" indent="0">
              <a:buNone/>
              <a:defRPr/>
            </a:lvl4pPr>
            <a:lvl5pPr marL="772716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6" name="Content Placeholder 7">
            <a:extLst>
              <a:ext uri="{FF2B5EF4-FFF2-40B4-BE49-F238E27FC236}">
                <a16:creationId xmlns:a16="http://schemas.microsoft.com/office/drawing/2014/main" id="{86A31571-AD90-F406-8141-198F7EDA5F79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593131" y="3617412"/>
            <a:ext cx="1371600" cy="822960"/>
          </a:xfrm>
        </p:spPr>
        <p:txBody>
          <a:bodyPr>
            <a:noAutofit/>
          </a:bodyPr>
          <a:lstStyle>
            <a:lvl1pPr marL="0" indent="0">
              <a:buNone/>
              <a:defRPr sz="825">
                <a:solidFill>
                  <a:schemeClr val="tx2"/>
                </a:solidFill>
              </a:defRPr>
            </a:lvl1pPr>
            <a:lvl2pPr marL="214313" indent="0">
              <a:buNone/>
              <a:defRPr/>
            </a:lvl2pPr>
            <a:lvl3pPr marL="471488" indent="0">
              <a:buNone/>
              <a:defRPr/>
            </a:lvl3pPr>
            <a:lvl4pPr marL="644129" indent="0">
              <a:buNone/>
              <a:defRPr/>
            </a:lvl4pPr>
            <a:lvl5pPr marL="772716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7" name="Content Placeholder 7">
            <a:extLst>
              <a:ext uri="{FF2B5EF4-FFF2-40B4-BE49-F238E27FC236}">
                <a16:creationId xmlns:a16="http://schemas.microsoft.com/office/drawing/2014/main" id="{71A2F854-A7C9-DE92-BDED-312285EB103A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7179269" y="3617412"/>
            <a:ext cx="1371600" cy="822960"/>
          </a:xfrm>
        </p:spPr>
        <p:txBody>
          <a:bodyPr>
            <a:noAutofit/>
          </a:bodyPr>
          <a:lstStyle>
            <a:lvl1pPr marL="0" indent="0">
              <a:buNone/>
              <a:defRPr sz="825">
                <a:solidFill>
                  <a:schemeClr val="tx2"/>
                </a:solidFill>
              </a:defRPr>
            </a:lvl1pPr>
            <a:lvl2pPr marL="214313" indent="0">
              <a:buNone/>
              <a:defRPr/>
            </a:lvl2pPr>
            <a:lvl3pPr marL="471488" indent="0">
              <a:buNone/>
              <a:defRPr/>
            </a:lvl3pPr>
            <a:lvl4pPr marL="644129" indent="0">
              <a:buNone/>
              <a:defRPr/>
            </a:lvl4pPr>
            <a:lvl5pPr marL="772716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8" name="Content Placeholder 7">
            <a:extLst>
              <a:ext uri="{FF2B5EF4-FFF2-40B4-BE49-F238E27FC236}">
                <a16:creationId xmlns:a16="http://schemas.microsoft.com/office/drawing/2014/main" id="{0214B8D4-9752-EB77-1C4D-773087C9951B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2788511" y="3617412"/>
            <a:ext cx="1371600" cy="822960"/>
          </a:xfrm>
        </p:spPr>
        <p:txBody>
          <a:bodyPr>
            <a:noAutofit/>
          </a:bodyPr>
          <a:lstStyle>
            <a:lvl1pPr marL="0" indent="0">
              <a:buNone/>
              <a:defRPr sz="825">
                <a:solidFill>
                  <a:schemeClr val="tx2"/>
                </a:solidFill>
              </a:defRPr>
            </a:lvl1pPr>
            <a:lvl2pPr marL="214313" indent="0">
              <a:buNone/>
              <a:defRPr/>
            </a:lvl2pPr>
            <a:lvl3pPr marL="471488" indent="0">
              <a:buNone/>
              <a:defRPr/>
            </a:lvl3pPr>
            <a:lvl4pPr marL="644129" indent="0">
              <a:buNone/>
              <a:defRPr/>
            </a:lvl4pPr>
            <a:lvl5pPr marL="772716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9" name="Content Placeholder 7">
            <a:extLst>
              <a:ext uri="{FF2B5EF4-FFF2-40B4-BE49-F238E27FC236}">
                <a16:creationId xmlns:a16="http://schemas.microsoft.com/office/drawing/2014/main" id="{E91D7F5B-2DB9-D800-0D4B-C913BEE92EFD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4983890" y="3617412"/>
            <a:ext cx="1371600" cy="822960"/>
          </a:xfrm>
        </p:spPr>
        <p:txBody>
          <a:bodyPr>
            <a:noAutofit/>
          </a:bodyPr>
          <a:lstStyle>
            <a:lvl1pPr marL="0" indent="0">
              <a:buNone/>
              <a:defRPr sz="825">
                <a:solidFill>
                  <a:schemeClr val="tx2"/>
                </a:solidFill>
              </a:defRPr>
            </a:lvl1pPr>
            <a:lvl2pPr marL="214313" indent="0">
              <a:buNone/>
              <a:defRPr/>
            </a:lvl2pPr>
            <a:lvl3pPr marL="471488" indent="0">
              <a:buNone/>
              <a:defRPr/>
            </a:lvl3pPr>
            <a:lvl4pPr marL="644129" indent="0">
              <a:buNone/>
              <a:defRPr/>
            </a:lvl4pPr>
            <a:lvl5pPr marL="772716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</p:spTree>
    <p:extLst>
      <p:ext uri="{BB962C8B-B14F-4D97-AF65-F5344CB8AC3E}">
        <p14:creationId xmlns:p14="http://schemas.microsoft.com/office/powerpoint/2010/main" val="3010327378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er logo wall (25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B31D2-1E8A-4798-BD13-0606620FD0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Customer logo wall layout (25)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046C62-58BE-4875-9CF1-988E9FBC80B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5214938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685800" rtl="0" eaLnBrk="1" latinLnBrk="0" hangingPunct="1">
              <a:defRPr sz="675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B1EF3D5-2436-9240-B6D0-2048A71FFF33}" type="datetime1">
              <a:rPr lang="en-US" smtClean="0"/>
              <a:pPr/>
              <a:t>1/16/2026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9F8648-DA5C-4249-B315-5FCC6764F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5214938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685800" rtl="0" eaLnBrk="1" latinLnBrk="0" hangingPunct="1">
              <a:defRPr sz="675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B4976B-D5E7-498C-99B5-7AA17CD10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44C57-D4C9-154C-9EBC-B33414F4DE7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7C4FF75-DBF1-4846-9B49-7424CC9B81D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1347579"/>
            <a:ext cx="1371600" cy="521600"/>
          </a:xfrm>
        </p:spPr>
        <p:txBody>
          <a:bodyPr>
            <a:noAutofit/>
          </a:bodyPr>
          <a:lstStyle>
            <a:lvl1pPr marL="0" indent="0">
              <a:buNone/>
              <a:defRPr sz="825">
                <a:solidFill>
                  <a:schemeClr val="tx2"/>
                </a:solidFill>
              </a:defRPr>
            </a:lvl1pPr>
            <a:lvl2pPr marL="214313" indent="0">
              <a:buNone/>
              <a:defRPr/>
            </a:lvl2pPr>
            <a:lvl3pPr marL="471488" indent="0">
              <a:buNone/>
              <a:defRPr/>
            </a:lvl3pPr>
            <a:lvl4pPr marL="644129" indent="0">
              <a:buNone/>
              <a:defRPr/>
            </a:lvl4pPr>
            <a:lvl5pPr marL="772716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AA3F6BBD-CD6D-4350-B54B-BE6A362B5E0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618761" y="1347579"/>
            <a:ext cx="1371600" cy="521600"/>
          </a:xfrm>
        </p:spPr>
        <p:txBody>
          <a:bodyPr>
            <a:noAutofit/>
          </a:bodyPr>
          <a:lstStyle>
            <a:lvl1pPr marL="0" indent="0">
              <a:buNone/>
              <a:defRPr sz="825">
                <a:solidFill>
                  <a:schemeClr val="tx2"/>
                </a:solidFill>
              </a:defRPr>
            </a:lvl1pPr>
            <a:lvl2pPr marL="214313" indent="0">
              <a:buNone/>
              <a:defRPr/>
            </a:lvl2pPr>
            <a:lvl3pPr marL="471488" indent="0">
              <a:buNone/>
              <a:defRPr/>
            </a:lvl3pPr>
            <a:lvl4pPr marL="644129" indent="0">
              <a:buNone/>
              <a:defRPr/>
            </a:lvl4pPr>
            <a:lvl5pPr marL="772716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F03249D0-599C-470C-AF38-A23174D881DA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2177720" y="1347579"/>
            <a:ext cx="1371600" cy="521600"/>
          </a:xfrm>
        </p:spPr>
        <p:txBody>
          <a:bodyPr>
            <a:noAutofit/>
          </a:bodyPr>
          <a:lstStyle>
            <a:lvl1pPr marL="0" indent="0">
              <a:buNone/>
              <a:defRPr sz="825">
                <a:solidFill>
                  <a:schemeClr val="tx2"/>
                </a:solidFill>
              </a:defRPr>
            </a:lvl1pPr>
            <a:lvl2pPr marL="214313" indent="0">
              <a:buNone/>
              <a:defRPr/>
            </a:lvl2pPr>
            <a:lvl3pPr marL="471488" indent="0">
              <a:buNone/>
              <a:defRPr/>
            </a:lvl3pPr>
            <a:lvl4pPr marL="644129" indent="0">
              <a:buNone/>
              <a:defRPr/>
            </a:lvl4pPr>
            <a:lvl5pPr marL="772716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494B0474-3C2B-4A1F-847C-77DB62476761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3898241" y="1347579"/>
            <a:ext cx="1371600" cy="521600"/>
          </a:xfrm>
        </p:spPr>
        <p:txBody>
          <a:bodyPr>
            <a:noAutofit/>
          </a:bodyPr>
          <a:lstStyle>
            <a:lvl1pPr marL="0" indent="0">
              <a:buNone/>
              <a:defRPr sz="825">
                <a:solidFill>
                  <a:schemeClr val="tx2"/>
                </a:solidFill>
              </a:defRPr>
            </a:lvl1pPr>
            <a:lvl2pPr marL="214313" indent="0">
              <a:buNone/>
              <a:defRPr/>
            </a:lvl2pPr>
            <a:lvl3pPr marL="471488" indent="0">
              <a:buNone/>
              <a:defRPr/>
            </a:lvl3pPr>
            <a:lvl4pPr marL="644129" indent="0">
              <a:buNone/>
              <a:defRPr/>
            </a:lvl4pPr>
            <a:lvl5pPr marL="772716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A2CE38B6-3238-D552-4468-7038477C91EF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7339281" y="1347579"/>
            <a:ext cx="1371600" cy="521600"/>
          </a:xfrm>
        </p:spPr>
        <p:txBody>
          <a:bodyPr>
            <a:noAutofit/>
          </a:bodyPr>
          <a:lstStyle>
            <a:lvl1pPr marL="0" indent="0">
              <a:buNone/>
              <a:defRPr sz="825">
                <a:solidFill>
                  <a:schemeClr val="tx2"/>
                </a:solidFill>
              </a:defRPr>
            </a:lvl1pPr>
            <a:lvl2pPr marL="214313" indent="0">
              <a:buNone/>
              <a:defRPr/>
            </a:lvl2pPr>
            <a:lvl3pPr marL="471488" indent="0">
              <a:buNone/>
              <a:defRPr/>
            </a:lvl3pPr>
            <a:lvl4pPr marL="644129" indent="0">
              <a:buNone/>
              <a:defRPr/>
            </a:lvl4pPr>
            <a:lvl5pPr marL="772716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64" name="Content Placeholder 7">
            <a:extLst>
              <a:ext uri="{FF2B5EF4-FFF2-40B4-BE49-F238E27FC236}">
                <a16:creationId xmlns:a16="http://schemas.microsoft.com/office/drawing/2014/main" id="{17519763-3F00-4F19-B26E-A9FEB5F04B21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57200" y="1989822"/>
            <a:ext cx="1371600" cy="521600"/>
          </a:xfrm>
        </p:spPr>
        <p:txBody>
          <a:bodyPr>
            <a:noAutofit/>
          </a:bodyPr>
          <a:lstStyle>
            <a:lvl1pPr marL="0" indent="0">
              <a:buNone/>
              <a:defRPr sz="825">
                <a:solidFill>
                  <a:schemeClr val="tx2"/>
                </a:solidFill>
              </a:defRPr>
            </a:lvl1pPr>
            <a:lvl2pPr marL="214313" indent="0">
              <a:buNone/>
              <a:defRPr/>
            </a:lvl2pPr>
            <a:lvl3pPr marL="471488" indent="0">
              <a:buNone/>
              <a:defRPr/>
            </a:lvl3pPr>
            <a:lvl4pPr marL="644129" indent="0">
              <a:buNone/>
              <a:defRPr/>
            </a:lvl4pPr>
            <a:lvl5pPr marL="772716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65" name="Content Placeholder 7">
            <a:extLst>
              <a:ext uri="{FF2B5EF4-FFF2-40B4-BE49-F238E27FC236}">
                <a16:creationId xmlns:a16="http://schemas.microsoft.com/office/drawing/2014/main" id="{E7995AFB-8EC3-29AD-65F5-36E4AF712F82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5618761" y="1989822"/>
            <a:ext cx="1371600" cy="521600"/>
          </a:xfrm>
        </p:spPr>
        <p:txBody>
          <a:bodyPr>
            <a:noAutofit/>
          </a:bodyPr>
          <a:lstStyle>
            <a:lvl1pPr marL="0" indent="0">
              <a:buNone/>
              <a:defRPr sz="825">
                <a:solidFill>
                  <a:schemeClr val="tx2"/>
                </a:solidFill>
              </a:defRPr>
            </a:lvl1pPr>
            <a:lvl2pPr marL="214313" indent="0">
              <a:buNone/>
              <a:defRPr/>
            </a:lvl2pPr>
            <a:lvl3pPr marL="471488" indent="0">
              <a:buNone/>
              <a:defRPr/>
            </a:lvl3pPr>
            <a:lvl4pPr marL="644129" indent="0">
              <a:buNone/>
              <a:defRPr/>
            </a:lvl4pPr>
            <a:lvl5pPr marL="772716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66" name="Content Placeholder 7">
            <a:extLst>
              <a:ext uri="{FF2B5EF4-FFF2-40B4-BE49-F238E27FC236}">
                <a16:creationId xmlns:a16="http://schemas.microsoft.com/office/drawing/2014/main" id="{19510AEB-A41C-5A44-CB2C-800EA20B44CC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2177720" y="1989822"/>
            <a:ext cx="1371600" cy="521600"/>
          </a:xfrm>
        </p:spPr>
        <p:txBody>
          <a:bodyPr>
            <a:noAutofit/>
          </a:bodyPr>
          <a:lstStyle>
            <a:lvl1pPr marL="0" indent="0">
              <a:buNone/>
              <a:defRPr sz="825">
                <a:solidFill>
                  <a:schemeClr val="tx2"/>
                </a:solidFill>
              </a:defRPr>
            </a:lvl1pPr>
            <a:lvl2pPr marL="214313" indent="0">
              <a:buNone/>
              <a:defRPr/>
            </a:lvl2pPr>
            <a:lvl3pPr marL="471488" indent="0">
              <a:buNone/>
              <a:defRPr/>
            </a:lvl3pPr>
            <a:lvl4pPr marL="644129" indent="0">
              <a:buNone/>
              <a:defRPr/>
            </a:lvl4pPr>
            <a:lvl5pPr marL="772716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67" name="Content Placeholder 7">
            <a:extLst>
              <a:ext uri="{FF2B5EF4-FFF2-40B4-BE49-F238E27FC236}">
                <a16:creationId xmlns:a16="http://schemas.microsoft.com/office/drawing/2014/main" id="{310367DA-FEEF-3686-683F-3FB1BA3701FE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3898241" y="1989822"/>
            <a:ext cx="1371600" cy="521600"/>
          </a:xfrm>
        </p:spPr>
        <p:txBody>
          <a:bodyPr>
            <a:noAutofit/>
          </a:bodyPr>
          <a:lstStyle>
            <a:lvl1pPr marL="0" indent="0">
              <a:buNone/>
              <a:defRPr sz="825">
                <a:solidFill>
                  <a:schemeClr val="tx2"/>
                </a:solidFill>
              </a:defRPr>
            </a:lvl1pPr>
            <a:lvl2pPr marL="214313" indent="0">
              <a:buNone/>
              <a:defRPr/>
            </a:lvl2pPr>
            <a:lvl3pPr marL="471488" indent="0">
              <a:buNone/>
              <a:defRPr/>
            </a:lvl3pPr>
            <a:lvl4pPr marL="644129" indent="0">
              <a:buNone/>
              <a:defRPr/>
            </a:lvl4pPr>
            <a:lvl5pPr marL="772716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68" name="Content Placeholder 7">
            <a:extLst>
              <a:ext uri="{FF2B5EF4-FFF2-40B4-BE49-F238E27FC236}">
                <a16:creationId xmlns:a16="http://schemas.microsoft.com/office/drawing/2014/main" id="{03E6532F-DC65-E0E3-CB75-EE470F3815AF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7339281" y="1989822"/>
            <a:ext cx="1371600" cy="521600"/>
          </a:xfrm>
        </p:spPr>
        <p:txBody>
          <a:bodyPr>
            <a:noAutofit/>
          </a:bodyPr>
          <a:lstStyle>
            <a:lvl1pPr marL="0" indent="0">
              <a:buNone/>
              <a:defRPr sz="825">
                <a:solidFill>
                  <a:schemeClr val="tx2"/>
                </a:solidFill>
              </a:defRPr>
            </a:lvl1pPr>
            <a:lvl2pPr marL="214313" indent="0">
              <a:buNone/>
              <a:defRPr/>
            </a:lvl2pPr>
            <a:lvl3pPr marL="471488" indent="0">
              <a:buNone/>
              <a:defRPr/>
            </a:lvl3pPr>
            <a:lvl4pPr marL="644129" indent="0">
              <a:buNone/>
              <a:defRPr/>
            </a:lvl4pPr>
            <a:lvl5pPr marL="772716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69" name="Content Placeholder 7">
            <a:extLst>
              <a:ext uri="{FF2B5EF4-FFF2-40B4-BE49-F238E27FC236}">
                <a16:creationId xmlns:a16="http://schemas.microsoft.com/office/drawing/2014/main" id="{43E30ABB-C21E-6D8F-D11D-767EE01C39DC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457200" y="2641487"/>
            <a:ext cx="1371600" cy="521600"/>
          </a:xfrm>
        </p:spPr>
        <p:txBody>
          <a:bodyPr>
            <a:noAutofit/>
          </a:bodyPr>
          <a:lstStyle>
            <a:lvl1pPr marL="0" indent="0">
              <a:buNone/>
              <a:defRPr sz="825">
                <a:solidFill>
                  <a:schemeClr val="tx2"/>
                </a:solidFill>
              </a:defRPr>
            </a:lvl1pPr>
            <a:lvl2pPr marL="214313" indent="0">
              <a:buNone/>
              <a:defRPr/>
            </a:lvl2pPr>
            <a:lvl3pPr marL="471488" indent="0">
              <a:buNone/>
              <a:defRPr/>
            </a:lvl3pPr>
            <a:lvl4pPr marL="644129" indent="0">
              <a:buNone/>
              <a:defRPr/>
            </a:lvl4pPr>
            <a:lvl5pPr marL="772716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70" name="Content Placeholder 7">
            <a:extLst>
              <a:ext uri="{FF2B5EF4-FFF2-40B4-BE49-F238E27FC236}">
                <a16:creationId xmlns:a16="http://schemas.microsoft.com/office/drawing/2014/main" id="{18D993E3-9C8D-AA3A-4F00-364976BD56DE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5618761" y="2641487"/>
            <a:ext cx="1371600" cy="521600"/>
          </a:xfrm>
        </p:spPr>
        <p:txBody>
          <a:bodyPr>
            <a:noAutofit/>
          </a:bodyPr>
          <a:lstStyle>
            <a:lvl1pPr marL="0" indent="0">
              <a:buNone/>
              <a:defRPr sz="825">
                <a:solidFill>
                  <a:schemeClr val="tx2"/>
                </a:solidFill>
              </a:defRPr>
            </a:lvl1pPr>
            <a:lvl2pPr marL="214313" indent="0">
              <a:buNone/>
              <a:defRPr/>
            </a:lvl2pPr>
            <a:lvl3pPr marL="471488" indent="0">
              <a:buNone/>
              <a:defRPr/>
            </a:lvl3pPr>
            <a:lvl4pPr marL="644129" indent="0">
              <a:buNone/>
              <a:defRPr/>
            </a:lvl4pPr>
            <a:lvl5pPr marL="772716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71" name="Content Placeholder 7">
            <a:extLst>
              <a:ext uri="{FF2B5EF4-FFF2-40B4-BE49-F238E27FC236}">
                <a16:creationId xmlns:a16="http://schemas.microsoft.com/office/drawing/2014/main" id="{A06D1784-9765-48FC-B905-E1CBEB842E5A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2177720" y="2641487"/>
            <a:ext cx="1371600" cy="521600"/>
          </a:xfrm>
        </p:spPr>
        <p:txBody>
          <a:bodyPr>
            <a:noAutofit/>
          </a:bodyPr>
          <a:lstStyle>
            <a:lvl1pPr marL="0" indent="0">
              <a:buNone/>
              <a:defRPr sz="825">
                <a:solidFill>
                  <a:schemeClr val="tx2"/>
                </a:solidFill>
              </a:defRPr>
            </a:lvl1pPr>
            <a:lvl2pPr marL="214313" indent="0">
              <a:buNone/>
              <a:defRPr/>
            </a:lvl2pPr>
            <a:lvl3pPr marL="471488" indent="0">
              <a:buNone/>
              <a:defRPr/>
            </a:lvl3pPr>
            <a:lvl4pPr marL="644129" indent="0">
              <a:buNone/>
              <a:defRPr/>
            </a:lvl4pPr>
            <a:lvl5pPr marL="772716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72" name="Content Placeholder 7">
            <a:extLst>
              <a:ext uri="{FF2B5EF4-FFF2-40B4-BE49-F238E27FC236}">
                <a16:creationId xmlns:a16="http://schemas.microsoft.com/office/drawing/2014/main" id="{B8DAB2B9-6383-33C7-D35B-C19925148F41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3898241" y="2641487"/>
            <a:ext cx="1371600" cy="521600"/>
          </a:xfrm>
        </p:spPr>
        <p:txBody>
          <a:bodyPr>
            <a:noAutofit/>
          </a:bodyPr>
          <a:lstStyle>
            <a:lvl1pPr marL="0" indent="0">
              <a:buNone/>
              <a:defRPr sz="825">
                <a:solidFill>
                  <a:schemeClr val="tx2"/>
                </a:solidFill>
              </a:defRPr>
            </a:lvl1pPr>
            <a:lvl2pPr marL="214313" indent="0">
              <a:buNone/>
              <a:defRPr/>
            </a:lvl2pPr>
            <a:lvl3pPr marL="471488" indent="0">
              <a:buNone/>
              <a:defRPr/>
            </a:lvl3pPr>
            <a:lvl4pPr marL="644129" indent="0">
              <a:buNone/>
              <a:defRPr/>
            </a:lvl4pPr>
            <a:lvl5pPr marL="772716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73" name="Content Placeholder 7">
            <a:extLst>
              <a:ext uri="{FF2B5EF4-FFF2-40B4-BE49-F238E27FC236}">
                <a16:creationId xmlns:a16="http://schemas.microsoft.com/office/drawing/2014/main" id="{395434F5-D7C5-1EB9-1B4E-B9F0343AD8EB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7339281" y="2641487"/>
            <a:ext cx="1371600" cy="521600"/>
          </a:xfrm>
        </p:spPr>
        <p:txBody>
          <a:bodyPr>
            <a:noAutofit/>
          </a:bodyPr>
          <a:lstStyle>
            <a:lvl1pPr marL="0" indent="0">
              <a:buNone/>
              <a:defRPr sz="825">
                <a:solidFill>
                  <a:schemeClr val="tx2"/>
                </a:solidFill>
              </a:defRPr>
            </a:lvl1pPr>
            <a:lvl2pPr marL="214313" indent="0">
              <a:buNone/>
              <a:defRPr/>
            </a:lvl2pPr>
            <a:lvl3pPr marL="471488" indent="0">
              <a:buNone/>
              <a:defRPr/>
            </a:lvl3pPr>
            <a:lvl4pPr marL="644129" indent="0">
              <a:buNone/>
              <a:defRPr/>
            </a:lvl4pPr>
            <a:lvl5pPr marL="772716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74" name="Content Placeholder 7">
            <a:extLst>
              <a:ext uri="{FF2B5EF4-FFF2-40B4-BE49-F238E27FC236}">
                <a16:creationId xmlns:a16="http://schemas.microsoft.com/office/drawing/2014/main" id="{44238FB7-98B8-DEE4-F528-6CDD6C8A47A9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457200" y="3308296"/>
            <a:ext cx="1371600" cy="521600"/>
          </a:xfrm>
        </p:spPr>
        <p:txBody>
          <a:bodyPr>
            <a:noAutofit/>
          </a:bodyPr>
          <a:lstStyle>
            <a:lvl1pPr marL="0" indent="0">
              <a:buNone/>
              <a:defRPr sz="825">
                <a:solidFill>
                  <a:schemeClr val="tx2"/>
                </a:solidFill>
              </a:defRPr>
            </a:lvl1pPr>
            <a:lvl2pPr marL="214313" indent="0">
              <a:buNone/>
              <a:defRPr/>
            </a:lvl2pPr>
            <a:lvl3pPr marL="471488" indent="0">
              <a:buNone/>
              <a:defRPr/>
            </a:lvl3pPr>
            <a:lvl4pPr marL="644129" indent="0">
              <a:buNone/>
              <a:defRPr/>
            </a:lvl4pPr>
            <a:lvl5pPr marL="772716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75" name="Content Placeholder 7">
            <a:extLst>
              <a:ext uri="{FF2B5EF4-FFF2-40B4-BE49-F238E27FC236}">
                <a16:creationId xmlns:a16="http://schemas.microsoft.com/office/drawing/2014/main" id="{EEF5BE56-C5AB-174F-6E3F-1D3BBE26F71F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5618761" y="3308296"/>
            <a:ext cx="1371600" cy="521600"/>
          </a:xfrm>
        </p:spPr>
        <p:txBody>
          <a:bodyPr>
            <a:noAutofit/>
          </a:bodyPr>
          <a:lstStyle>
            <a:lvl1pPr marL="0" indent="0">
              <a:buNone/>
              <a:defRPr sz="825">
                <a:solidFill>
                  <a:schemeClr val="tx2"/>
                </a:solidFill>
              </a:defRPr>
            </a:lvl1pPr>
            <a:lvl2pPr marL="214313" indent="0">
              <a:buNone/>
              <a:defRPr/>
            </a:lvl2pPr>
            <a:lvl3pPr marL="471488" indent="0">
              <a:buNone/>
              <a:defRPr/>
            </a:lvl3pPr>
            <a:lvl4pPr marL="644129" indent="0">
              <a:buNone/>
              <a:defRPr/>
            </a:lvl4pPr>
            <a:lvl5pPr marL="772716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76" name="Content Placeholder 7">
            <a:extLst>
              <a:ext uri="{FF2B5EF4-FFF2-40B4-BE49-F238E27FC236}">
                <a16:creationId xmlns:a16="http://schemas.microsoft.com/office/drawing/2014/main" id="{12263491-EC8A-7406-3188-67C7743620F2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2177720" y="3308296"/>
            <a:ext cx="1371600" cy="521600"/>
          </a:xfrm>
        </p:spPr>
        <p:txBody>
          <a:bodyPr>
            <a:noAutofit/>
          </a:bodyPr>
          <a:lstStyle>
            <a:lvl1pPr marL="0" indent="0">
              <a:buNone/>
              <a:defRPr sz="825">
                <a:solidFill>
                  <a:schemeClr val="tx2"/>
                </a:solidFill>
              </a:defRPr>
            </a:lvl1pPr>
            <a:lvl2pPr marL="214313" indent="0">
              <a:buNone/>
              <a:defRPr/>
            </a:lvl2pPr>
            <a:lvl3pPr marL="471488" indent="0">
              <a:buNone/>
              <a:defRPr/>
            </a:lvl3pPr>
            <a:lvl4pPr marL="644129" indent="0">
              <a:buNone/>
              <a:defRPr/>
            </a:lvl4pPr>
            <a:lvl5pPr marL="772716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77" name="Content Placeholder 7">
            <a:extLst>
              <a:ext uri="{FF2B5EF4-FFF2-40B4-BE49-F238E27FC236}">
                <a16:creationId xmlns:a16="http://schemas.microsoft.com/office/drawing/2014/main" id="{2AE9AF34-F465-9B82-36D4-C7377045444C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3898241" y="3308296"/>
            <a:ext cx="1371600" cy="521600"/>
          </a:xfrm>
        </p:spPr>
        <p:txBody>
          <a:bodyPr>
            <a:noAutofit/>
          </a:bodyPr>
          <a:lstStyle>
            <a:lvl1pPr marL="0" indent="0">
              <a:buNone/>
              <a:defRPr sz="825">
                <a:solidFill>
                  <a:schemeClr val="tx2"/>
                </a:solidFill>
              </a:defRPr>
            </a:lvl1pPr>
            <a:lvl2pPr marL="214313" indent="0">
              <a:buNone/>
              <a:defRPr/>
            </a:lvl2pPr>
            <a:lvl3pPr marL="471488" indent="0">
              <a:buNone/>
              <a:defRPr/>
            </a:lvl3pPr>
            <a:lvl4pPr marL="644129" indent="0">
              <a:buNone/>
              <a:defRPr/>
            </a:lvl4pPr>
            <a:lvl5pPr marL="772716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78" name="Content Placeholder 7">
            <a:extLst>
              <a:ext uri="{FF2B5EF4-FFF2-40B4-BE49-F238E27FC236}">
                <a16:creationId xmlns:a16="http://schemas.microsoft.com/office/drawing/2014/main" id="{43B72A3E-8446-ABF8-AC79-322C4C7A8947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7339281" y="3308296"/>
            <a:ext cx="1371600" cy="521600"/>
          </a:xfrm>
        </p:spPr>
        <p:txBody>
          <a:bodyPr>
            <a:noAutofit/>
          </a:bodyPr>
          <a:lstStyle>
            <a:lvl1pPr marL="0" indent="0">
              <a:buNone/>
              <a:defRPr sz="825">
                <a:solidFill>
                  <a:schemeClr val="tx2"/>
                </a:solidFill>
              </a:defRPr>
            </a:lvl1pPr>
            <a:lvl2pPr marL="214313" indent="0">
              <a:buNone/>
              <a:defRPr/>
            </a:lvl2pPr>
            <a:lvl3pPr marL="471488" indent="0">
              <a:buNone/>
              <a:defRPr/>
            </a:lvl3pPr>
            <a:lvl4pPr marL="644129" indent="0">
              <a:buNone/>
              <a:defRPr/>
            </a:lvl4pPr>
            <a:lvl5pPr marL="772716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79" name="Content Placeholder 7">
            <a:extLst>
              <a:ext uri="{FF2B5EF4-FFF2-40B4-BE49-F238E27FC236}">
                <a16:creationId xmlns:a16="http://schemas.microsoft.com/office/drawing/2014/main" id="{3C993C00-9797-08A2-AFAA-FADBF424D0CF}"/>
              </a:ext>
            </a:extLst>
          </p:cNvPr>
          <p:cNvSpPr>
            <a:spLocks noGrp="1"/>
          </p:cNvSpPr>
          <p:nvPr>
            <p:ph sz="quarter" idx="33" hasCustomPrompt="1"/>
          </p:nvPr>
        </p:nvSpPr>
        <p:spPr>
          <a:xfrm>
            <a:off x="457200" y="3959962"/>
            <a:ext cx="1371600" cy="521600"/>
          </a:xfrm>
        </p:spPr>
        <p:txBody>
          <a:bodyPr>
            <a:noAutofit/>
          </a:bodyPr>
          <a:lstStyle>
            <a:lvl1pPr marL="0" indent="0">
              <a:buNone/>
              <a:defRPr sz="825">
                <a:solidFill>
                  <a:schemeClr val="tx2"/>
                </a:solidFill>
              </a:defRPr>
            </a:lvl1pPr>
            <a:lvl2pPr marL="214313" indent="0">
              <a:buNone/>
              <a:defRPr/>
            </a:lvl2pPr>
            <a:lvl3pPr marL="471488" indent="0">
              <a:buNone/>
              <a:defRPr/>
            </a:lvl3pPr>
            <a:lvl4pPr marL="644129" indent="0">
              <a:buNone/>
              <a:defRPr/>
            </a:lvl4pPr>
            <a:lvl5pPr marL="772716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80" name="Content Placeholder 7">
            <a:extLst>
              <a:ext uri="{FF2B5EF4-FFF2-40B4-BE49-F238E27FC236}">
                <a16:creationId xmlns:a16="http://schemas.microsoft.com/office/drawing/2014/main" id="{FD089700-42F7-3979-F513-A2C4EBE77682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5618761" y="3959962"/>
            <a:ext cx="1371600" cy="521600"/>
          </a:xfrm>
        </p:spPr>
        <p:txBody>
          <a:bodyPr>
            <a:noAutofit/>
          </a:bodyPr>
          <a:lstStyle>
            <a:lvl1pPr marL="0" indent="0">
              <a:buNone/>
              <a:defRPr sz="825">
                <a:solidFill>
                  <a:schemeClr val="tx2"/>
                </a:solidFill>
              </a:defRPr>
            </a:lvl1pPr>
            <a:lvl2pPr marL="214313" indent="0">
              <a:buNone/>
              <a:defRPr/>
            </a:lvl2pPr>
            <a:lvl3pPr marL="471488" indent="0">
              <a:buNone/>
              <a:defRPr/>
            </a:lvl3pPr>
            <a:lvl4pPr marL="644129" indent="0">
              <a:buNone/>
              <a:defRPr/>
            </a:lvl4pPr>
            <a:lvl5pPr marL="772716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81" name="Content Placeholder 7">
            <a:extLst>
              <a:ext uri="{FF2B5EF4-FFF2-40B4-BE49-F238E27FC236}">
                <a16:creationId xmlns:a16="http://schemas.microsoft.com/office/drawing/2014/main" id="{F02E906C-F364-C19E-ED76-22CC927E8A0F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2177720" y="3959962"/>
            <a:ext cx="1371600" cy="521600"/>
          </a:xfrm>
        </p:spPr>
        <p:txBody>
          <a:bodyPr>
            <a:noAutofit/>
          </a:bodyPr>
          <a:lstStyle>
            <a:lvl1pPr marL="0" indent="0">
              <a:buNone/>
              <a:defRPr sz="825">
                <a:solidFill>
                  <a:schemeClr val="tx2"/>
                </a:solidFill>
              </a:defRPr>
            </a:lvl1pPr>
            <a:lvl2pPr marL="214313" indent="0">
              <a:buNone/>
              <a:defRPr/>
            </a:lvl2pPr>
            <a:lvl3pPr marL="471488" indent="0">
              <a:buNone/>
              <a:defRPr/>
            </a:lvl3pPr>
            <a:lvl4pPr marL="644129" indent="0">
              <a:buNone/>
              <a:defRPr/>
            </a:lvl4pPr>
            <a:lvl5pPr marL="772716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82" name="Content Placeholder 7">
            <a:extLst>
              <a:ext uri="{FF2B5EF4-FFF2-40B4-BE49-F238E27FC236}">
                <a16:creationId xmlns:a16="http://schemas.microsoft.com/office/drawing/2014/main" id="{0115D960-DEA0-3AA6-7743-9C7ADF861A9A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3898241" y="3959962"/>
            <a:ext cx="1371600" cy="521600"/>
          </a:xfrm>
        </p:spPr>
        <p:txBody>
          <a:bodyPr>
            <a:noAutofit/>
          </a:bodyPr>
          <a:lstStyle>
            <a:lvl1pPr marL="0" indent="0">
              <a:buNone/>
              <a:defRPr sz="825">
                <a:solidFill>
                  <a:schemeClr val="tx2"/>
                </a:solidFill>
              </a:defRPr>
            </a:lvl1pPr>
            <a:lvl2pPr marL="214313" indent="0">
              <a:buNone/>
              <a:defRPr/>
            </a:lvl2pPr>
            <a:lvl3pPr marL="471488" indent="0">
              <a:buNone/>
              <a:defRPr/>
            </a:lvl3pPr>
            <a:lvl4pPr marL="644129" indent="0">
              <a:buNone/>
              <a:defRPr/>
            </a:lvl4pPr>
            <a:lvl5pPr marL="772716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83" name="Content Placeholder 7">
            <a:extLst>
              <a:ext uri="{FF2B5EF4-FFF2-40B4-BE49-F238E27FC236}">
                <a16:creationId xmlns:a16="http://schemas.microsoft.com/office/drawing/2014/main" id="{F8227FFC-4BA7-3190-27DA-F64CCB4D48F0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7339281" y="3959962"/>
            <a:ext cx="1371600" cy="521600"/>
          </a:xfrm>
        </p:spPr>
        <p:txBody>
          <a:bodyPr>
            <a:noAutofit/>
          </a:bodyPr>
          <a:lstStyle>
            <a:lvl1pPr marL="0" indent="0">
              <a:buNone/>
              <a:defRPr sz="825">
                <a:solidFill>
                  <a:schemeClr val="tx2"/>
                </a:solidFill>
              </a:defRPr>
            </a:lvl1pPr>
            <a:lvl2pPr marL="214313" indent="0">
              <a:buNone/>
              <a:defRPr/>
            </a:lvl2pPr>
            <a:lvl3pPr marL="471488" indent="0">
              <a:buNone/>
              <a:defRPr/>
            </a:lvl3pPr>
            <a:lvl4pPr marL="644129" indent="0">
              <a:buNone/>
              <a:defRPr/>
            </a:lvl4pPr>
            <a:lvl5pPr marL="772716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</p:spTree>
    <p:extLst>
      <p:ext uri="{BB962C8B-B14F-4D97-AF65-F5344CB8AC3E}">
        <p14:creationId xmlns:p14="http://schemas.microsoft.com/office/powerpoint/2010/main" val="505489043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&amp;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90820-803B-4C55-BA9E-AE3223753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9942" y="2408373"/>
            <a:ext cx="5117902" cy="383182"/>
          </a:xfrm>
        </p:spPr>
        <p:txBody>
          <a:bodyPr/>
          <a:lstStyle>
            <a:lvl1pPr>
              <a:defRPr sz="2100" b="0">
                <a:latin typeface="+mn-lt"/>
              </a:defRPr>
            </a:lvl1pPr>
          </a:lstStyle>
          <a:p>
            <a:r>
              <a:rPr lang="en-US" dirty="0"/>
              <a:t>Enter subtitle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B99A66-7F1A-495E-B008-D2DB34B05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F7951E-E6AB-4553-9142-A91D5BC58C21}"/>
              </a:ext>
            </a:extLst>
          </p:cNvPr>
          <p:cNvSpPr txBox="1"/>
          <p:nvPr userDrawn="1"/>
        </p:nvSpPr>
        <p:spPr>
          <a:xfrm>
            <a:off x="457200" y="1821656"/>
            <a:ext cx="5150644" cy="71675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3600" dirty="0">
                <a:solidFill>
                  <a:schemeClr val="tx2"/>
                </a:solidFill>
                <a:latin typeface="+mj-lt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2573155272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Demo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15E6F-C631-449B-B22F-53FD20C9E8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068536"/>
            <a:ext cx="5867400" cy="1006429"/>
          </a:xfrm>
        </p:spPr>
        <p:txBody>
          <a:bodyPr anchor="ctr" anchorCtr="0"/>
          <a:lstStyle>
            <a:lvl1pPr>
              <a:defRPr sz="3300"/>
            </a:lvl1pPr>
          </a:lstStyle>
          <a:p>
            <a:r>
              <a:rPr lang="en-US" dirty="0"/>
              <a:t>Video or demo divider: Enter “Video” or “Demo” here</a:t>
            </a:r>
          </a:p>
        </p:txBody>
      </p:sp>
    </p:spTree>
    <p:extLst>
      <p:ext uri="{BB962C8B-B14F-4D97-AF65-F5344CB8AC3E}">
        <p14:creationId xmlns:p14="http://schemas.microsoft.com/office/powerpoint/2010/main" val="3551505313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17ECE-DA96-4373-B8B2-4E847C5ACB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1458316"/>
            <a:ext cx="6050446" cy="1463478"/>
          </a:xfrm>
        </p:spPr>
        <p:txBody>
          <a:bodyPr anchor="b" anchorCtr="0"/>
          <a:lstStyle>
            <a:lvl1pPr>
              <a:defRPr sz="3300"/>
            </a:lvl1pPr>
          </a:lstStyle>
          <a:p>
            <a:r>
              <a:rPr lang="en-US" dirty="0"/>
              <a:t>Enter quote here. Reposition quote mark graphics to frame the quote.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2AB32ED6-534B-4417-86C2-7D43CBC56BD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25028" y="1485901"/>
            <a:ext cx="232172" cy="106183"/>
          </a:xfrm>
          <a:blipFill>
            <a:blip r:embed="rId2" cstate="email">
              <a:duotone>
                <a:prstClr val="black"/>
                <a:srgbClr val="191919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80000"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/>
            </a:lvl1pPr>
            <a:lvl2pPr marL="171450" indent="0">
              <a:buNone/>
              <a:defRPr sz="750"/>
            </a:lvl2pPr>
            <a:lvl3pPr marL="342900" indent="0">
              <a:buNone/>
              <a:defRPr sz="750"/>
            </a:lvl3pPr>
            <a:lvl4pPr marL="514350" indent="0">
              <a:buNone/>
              <a:defRPr sz="750"/>
            </a:lvl4pPr>
            <a:lvl5pPr marL="514350" indent="0">
              <a:buNone/>
              <a:defRPr sz="750"/>
            </a:lvl5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12DE8EBE-FC95-451D-BADD-B5580296FA7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48113" y="2455664"/>
            <a:ext cx="232172" cy="106183"/>
          </a:xfrm>
          <a:blipFill>
            <a:blip r:embed="rId4" cstate="email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-8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/>
            </a:lvl1pPr>
            <a:lvl2pPr marL="171450" indent="0">
              <a:buNone/>
              <a:defRPr sz="750"/>
            </a:lvl2pPr>
            <a:lvl3pPr marL="342900" indent="0">
              <a:buNone/>
              <a:defRPr sz="750"/>
            </a:lvl3pPr>
            <a:lvl4pPr marL="514350" indent="0">
              <a:buNone/>
              <a:defRPr sz="750"/>
            </a:lvl4pPr>
            <a:lvl5pPr marL="514350" indent="0">
              <a:buNone/>
              <a:defRPr sz="750"/>
            </a:lvl5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CC38951-92FB-41A4-A9D4-F3B7D3577EC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095625"/>
            <a:ext cx="6050446" cy="300082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500" b="1"/>
            </a:lvl1pPr>
          </a:lstStyle>
          <a:p>
            <a:pPr lvl="0"/>
            <a:r>
              <a:rPr lang="en-US" dirty="0"/>
              <a:t>Quoted person’s name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C436BC0-B224-4E6F-99AF-155A3657C0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3372624"/>
            <a:ext cx="6050446" cy="258532"/>
          </a:xfr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en-US" dirty="0"/>
              <a:t>Quoted person’s affiliation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D867C9-C0CC-45E6-BDB6-5AAA8DF8A9C3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6616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48">
          <p15:clr>
            <a:srgbClr val="FBAE40"/>
          </p15:clr>
        </p15:guide>
        <p15:guide id="2" orient="horz" pos="2592">
          <p15:clr>
            <a:srgbClr val="FBAE40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826B4EB-F6CC-4C37-3CA9-1BCB13DA1DF9}"/>
              </a:ext>
            </a:extLst>
          </p:cNvPr>
          <p:cNvSpPr/>
          <p:nvPr userDrawn="1"/>
        </p:nvSpPr>
        <p:spPr>
          <a:xfrm>
            <a:off x="384717" y="384718"/>
            <a:ext cx="8369583" cy="4273008"/>
          </a:xfrm>
          <a:prstGeom prst="roundRect">
            <a:avLst>
              <a:gd name="adj" fmla="val 1733"/>
            </a:avLst>
          </a:prstGeom>
          <a:solidFill>
            <a:srgbClr val="EB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4290" tIns="34290" rIns="34290" rtlCol="0" anchor="ctr"/>
          <a:lstStyle/>
          <a:p>
            <a:pPr algn="ctr"/>
            <a:endParaRPr lang="en-US" sz="1350" dirty="0" err="1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117ECE-DA96-4373-B8B2-4E847C5ACB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55062" y="1458316"/>
            <a:ext cx="6050446" cy="1463478"/>
          </a:xfrm>
          <a:prstGeom prst="rect">
            <a:avLst/>
          </a:prstGeom>
        </p:spPr>
        <p:txBody>
          <a:bodyPr anchor="b" anchorCtr="0"/>
          <a:lstStyle>
            <a:lvl1pPr>
              <a:defRPr sz="3300" b="0"/>
            </a:lvl1pPr>
          </a:lstStyle>
          <a:p>
            <a:r>
              <a:rPr lang="en-US" dirty="0"/>
              <a:t>Enter quote here. Reposition quote mark graphics to frame the quote.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CC38951-92FB-41A4-A9D4-F3B7D3577EC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55062" y="3095625"/>
            <a:ext cx="6050446" cy="300082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500" b="1"/>
            </a:lvl1pPr>
          </a:lstStyle>
          <a:p>
            <a:pPr lvl="0"/>
            <a:r>
              <a:rPr lang="en-US" dirty="0"/>
              <a:t>Quoted person’s name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1DEF90-4BC7-4449-B8ED-B9BEFD74704A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628650" y="5214938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685800" rtl="0" eaLnBrk="1" latinLnBrk="0" hangingPunct="1">
              <a:defRPr sz="675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B1EF3D5-2436-9240-B6D0-2048A71FFF33}" type="datetime1">
              <a:rPr lang="en-US" smtClean="0"/>
              <a:pPr/>
              <a:t>1/16/2026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0F1DAA-08EC-40A3-9CC6-57B8099A6FA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3028950" y="5214938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685800" rtl="0" eaLnBrk="1" latinLnBrk="0" hangingPunct="1">
              <a:defRPr sz="675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D867C9-C0CC-45E6-BDB6-5AAA8DF8A9C3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C903B9-3F7B-FE7A-E8E9-4A85CF64A15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1895" y="1447306"/>
            <a:ext cx="305824" cy="225344"/>
          </a:xfrm>
          <a:prstGeom prst="rect">
            <a:avLst/>
          </a:prstGeom>
        </p:spPr>
      </p:pic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3442E0A2-8098-1B6F-94F7-A9E27EC775E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55062" y="3372624"/>
            <a:ext cx="6050446" cy="258532"/>
          </a:xfr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en-US" dirty="0"/>
              <a:t>Quoted person’s affiliation</a:t>
            </a:r>
          </a:p>
        </p:txBody>
      </p:sp>
    </p:spTree>
    <p:extLst>
      <p:ext uri="{BB962C8B-B14F-4D97-AF65-F5344CB8AC3E}">
        <p14:creationId xmlns:p14="http://schemas.microsoft.com/office/powerpoint/2010/main" val="8769791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48">
          <p15:clr>
            <a:srgbClr val="FBAE40"/>
          </p15:clr>
        </p15:guide>
        <p15:guide id="2" orient="horz" pos="2592">
          <p15:clr>
            <a:srgbClr val="FBAE40"/>
          </p15:clr>
        </p15:guide>
      </p15:sldGuideLst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Gradi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5B6475A-312A-4920-A448-D3119241BF5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9700" y="423583"/>
            <a:ext cx="8364600" cy="417531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1117ECE-DA96-4373-B8B2-4E847C5ACB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55062" y="1458316"/>
            <a:ext cx="6050446" cy="1463478"/>
          </a:xfrm>
          <a:prstGeom prst="rect">
            <a:avLst/>
          </a:prstGeom>
        </p:spPr>
        <p:txBody>
          <a:bodyPr anchor="b" anchorCtr="0"/>
          <a:lstStyle>
            <a:lvl1pPr>
              <a:defRPr sz="3300" b="0"/>
            </a:lvl1pPr>
          </a:lstStyle>
          <a:p>
            <a:r>
              <a:rPr lang="en-US" dirty="0"/>
              <a:t>Enter quote here. Reposition quote mark graphics to frame the quote.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CC38951-92FB-41A4-A9D4-F3B7D3577EC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55062" y="3095625"/>
            <a:ext cx="6050446" cy="300082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500" b="1"/>
            </a:lvl1pPr>
          </a:lstStyle>
          <a:p>
            <a:pPr lvl="0"/>
            <a:r>
              <a:rPr lang="en-US" dirty="0"/>
              <a:t>Quoted person’s name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C436BC0-B224-4E6F-99AF-155A3657C0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55062" y="3372624"/>
            <a:ext cx="6050446" cy="258532"/>
          </a:xfr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en-US" dirty="0"/>
              <a:t>Quoted person’s affiliation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1DEF90-4BC7-4449-B8ED-B9BEFD74704A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628650" y="5214938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685800" rtl="0" eaLnBrk="1" latinLnBrk="0" hangingPunct="1">
              <a:defRPr sz="675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B1EF3D5-2436-9240-B6D0-2048A71FFF33}" type="datetime1">
              <a:rPr lang="en-US" smtClean="0"/>
              <a:pPr/>
              <a:t>1/16/2026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0F1DAA-08EC-40A3-9CC6-57B8099A6FA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3028950" y="5214938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685800" rtl="0" eaLnBrk="1" latinLnBrk="0" hangingPunct="1">
              <a:defRPr sz="675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D867C9-C0CC-45E6-BDB6-5AAA8DF8A9C3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1597870-2B19-0D8A-342A-58D8A53B215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1895" y="1447306"/>
            <a:ext cx="305824" cy="225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529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48">
          <p15:clr>
            <a:srgbClr val="FBAE40"/>
          </p15:clr>
        </p15:guide>
        <p15:guide id="2" orient="horz" pos="2592">
          <p15:clr>
            <a:srgbClr val="FBAE40"/>
          </p15:clr>
        </p15:guide>
      </p15:sldGuideLst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7962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0951097-E924-8CDB-E302-F7D77E35249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764" y="2680"/>
            <a:ext cx="9139235" cy="5140820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1FFA190-394C-4586-A84A-BA2A6770300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4344" y="2693149"/>
            <a:ext cx="1495566" cy="300082"/>
          </a:xfrm>
        </p:spPr>
        <p:txBody>
          <a:bodyPr anchor="b" anchorCtr="0"/>
          <a:lstStyle>
            <a:lvl1pPr marL="0" indent="0">
              <a:buNone/>
              <a:defRPr sz="15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682D70F-F9C4-4C4C-A916-589EA4438C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4344" y="2993232"/>
            <a:ext cx="1495566" cy="424732"/>
          </a:xfrm>
        </p:spPr>
        <p:txBody>
          <a:bodyPr/>
          <a:lstStyle>
            <a:lvl1pPr marL="0" indent="0">
              <a:spcAft>
                <a:spcPts val="450"/>
              </a:spcAft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393A1250-E885-4935-B98D-9C62E4E51F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035969" y="2693149"/>
            <a:ext cx="1495566" cy="300082"/>
          </a:xfrm>
        </p:spPr>
        <p:txBody>
          <a:bodyPr anchor="b" anchorCtr="0"/>
          <a:lstStyle>
            <a:lvl1pPr marL="0" indent="0">
              <a:buNone/>
              <a:defRPr sz="15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F7E9957-AB07-4CE6-BD9E-3631EF6ED5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35969" y="2993232"/>
            <a:ext cx="1495566" cy="424732"/>
          </a:xfrm>
        </p:spPr>
        <p:txBody>
          <a:bodyPr/>
          <a:lstStyle>
            <a:lvl1pPr marL="0" indent="0">
              <a:spcAft>
                <a:spcPts val="450"/>
              </a:spcAft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E064B62F-5416-46A2-BBC6-945C362C63D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07594" y="2693149"/>
            <a:ext cx="1495566" cy="300082"/>
          </a:xfrm>
        </p:spPr>
        <p:txBody>
          <a:bodyPr anchor="b" anchorCtr="0"/>
          <a:lstStyle>
            <a:lvl1pPr marL="0" indent="0">
              <a:buNone/>
              <a:defRPr sz="15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4BBE44B1-E140-4E35-AF0B-41A3CDA5CA2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07594" y="2993232"/>
            <a:ext cx="1495566" cy="424732"/>
          </a:xfrm>
        </p:spPr>
        <p:txBody>
          <a:bodyPr/>
          <a:lstStyle>
            <a:lvl1pPr marL="0" indent="0">
              <a:spcAft>
                <a:spcPts val="450"/>
              </a:spcAft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BEBFA3-8C5E-448A-B03D-8DAAEBB407B0}"/>
              </a:ext>
            </a:extLst>
          </p:cNvPr>
          <p:cNvSpPr txBox="1"/>
          <p:nvPr userDrawn="1"/>
        </p:nvSpPr>
        <p:spPr>
          <a:xfrm>
            <a:off x="457200" y="1845908"/>
            <a:ext cx="5150644" cy="692498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3600" b="0" i="0" dirty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Thank you!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8B56812-E8B3-BCC8-19AE-72ADC4E9FA71}"/>
              </a:ext>
            </a:extLst>
          </p:cNvPr>
          <p:cNvSpPr txBox="1"/>
          <p:nvPr userDrawn="1"/>
        </p:nvSpPr>
        <p:spPr>
          <a:xfrm>
            <a:off x="378358" y="4792360"/>
            <a:ext cx="2981907" cy="1615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450" dirty="0">
                <a:solidFill>
                  <a:schemeClr val="tx1"/>
                </a:solidFill>
              </a:rPr>
              <a:t>© </a:t>
            </a:r>
            <a:fld id="{C9305E1C-00C6-7741-A376-0D18F41A32E6}" type="datetimeyyyy">
              <a:rPr lang="en-US" sz="450" smtClean="0">
                <a:solidFill>
                  <a:schemeClr val="tx1"/>
                </a:solidFill>
              </a:rPr>
              <a:t>2026</a:t>
            </a:fld>
            <a:r>
              <a:rPr lang="en-US" sz="450" dirty="0">
                <a:solidFill>
                  <a:schemeClr val="tx1"/>
                </a:solidFill>
              </a:rPr>
              <a:t>, Amazon Web Services, Inc. or its affiliates. All rights reserved. Amazon Confidential and Trademark.</a:t>
            </a:r>
          </a:p>
        </p:txBody>
      </p:sp>
      <p:pic>
        <p:nvPicPr>
          <p:cNvPr id="4" name="Picture 12">
            <a:extLst>
              <a:ext uri="{FF2B5EF4-FFF2-40B4-BE49-F238E27FC236}">
                <a16:creationId xmlns:a16="http://schemas.microsoft.com/office/drawing/2014/main" id="{7C06B3D5-4E9B-3572-26AF-B3C6452CB1E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97078" y="413780"/>
            <a:ext cx="2318228" cy="453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1805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- Color set 3 - bar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CA5295-52B4-DA4A-3B3B-7145856F77A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762" y="2680"/>
            <a:ext cx="9139238" cy="5140821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1FFA190-394C-4586-A84A-BA2A6770300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4344" y="2693149"/>
            <a:ext cx="1495566" cy="300082"/>
          </a:xfrm>
        </p:spPr>
        <p:txBody>
          <a:bodyPr anchor="b" anchorCtr="0"/>
          <a:lstStyle>
            <a:lvl1pPr marL="0" indent="0">
              <a:buNone/>
              <a:defRPr sz="15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682D70F-F9C4-4C4C-A916-589EA4438C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4344" y="2993232"/>
            <a:ext cx="1495566" cy="424732"/>
          </a:xfrm>
        </p:spPr>
        <p:txBody>
          <a:bodyPr/>
          <a:lstStyle>
            <a:lvl1pPr marL="0" indent="0">
              <a:spcAft>
                <a:spcPts val="450"/>
              </a:spcAft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393A1250-E885-4935-B98D-9C62E4E51F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035969" y="2693149"/>
            <a:ext cx="1495566" cy="300082"/>
          </a:xfrm>
        </p:spPr>
        <p:txBody>
          <a:bodyPr anchor="b" anchorCtr="0"/>
          <a:lstStyle>
            <a:lvl1pPr marL="0" indent="0">
              <a:buNone/>
              <a:defRPr sz="15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F7E9957-AB07-4CE6-BD9E-3631EF6ED5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35969" y="2993232"/>
            <a:ext cx="1495566" cy="424732"/>
          </a:xfrm>
        </p:spPr>
        <p:txBody>
          <a:bodyPr/>
          <a:lstStyle>
            <a:lvl1pPr marL="0" indent="0">
              <a:spcAft>
                <a:spcPts val="450"/>
              </a:spcAft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E064B62F-5416-46A2-BBC6-945C362C63D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07594" y="2693149"/>
            <a:ext cx="1495566" cy="300082"/>
          </a:xfrm>
        </p:spPr>
        <p:txBody>
          <a:bodyPr anchor="b" anchorCtr="0"/>
          <a:lstStyle>
            <a:lvl1pPr marL="0" indent="0">
              <a:buNone/>
              <a:defRPr sz="15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4BBE44B1-E140-4E35-AF0B-41A3CDA5CA2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07594" y="2993232"/>
            <a:ext cx="1495566" cy="424732"/>
          </a:xfrm>
        </p:spPr>
        <p:txBody>
          <a:bodyPr/>
          <a:lstStyle>
            <a:lvl1pPr marL="0" indent="0">
              <a:spcAft>
                <a:spcPts val="450"/>
              </a:spcAft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BEBFA3-8C5E-448A-B03D-8DAAEBB407B0}"/>
              </a:ext>
            </a:extLst>
          </p:cNvPr>
          <p:cNvSpPr txBox="1"/>
          <p:nvPr userDrawn="1"/>
        </p:nvSpPr>
        <p:spPr>
          <a:xfrm>
            <a:off x="457200" y="1845908"/>
            <a:ext cx="5150644" cy="692498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3600" b="0" i="0" dirty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Thank you!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D4E162-EBED-89C5-E007-99F4985EDD7E}"/>
              </a:ext>
            </a:extLst>
          </p:cNvPr>
          <p:cNvSpPr txBox="1"/>
          <p:nvPr userDrawn="1"/>
        </p:nvSpPr>
        <p:spPr>
          <a:xfrm>
            <a:off x="378358" y="4792360"/>
            <a:ext cx="2981907" cy="1615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450" dirty="0">
                <a:solidFill>
                  <a:schemeClr val="tx1"/>
                </a:solidFill>
              </a:rPr>
              <a:t>© </a:t>
            </a:r>
            <a:fld id="{C9305E1C-00C6-7741-A376-0D18F41A32E6}" type="datetimeyyyy">
              <a:rPr lang="en-US" sz="450" smtClean="0">
                <a:solidFill>
                  <a:schemeClr val="tx1"/>
                </a:solidFill>
              </a:rPr>
              <a:t>2026</a:t>
            </a:fld>
            <a:r>
              <a:rPr lang="en-US" sz="450" dirty="0">
                <a:solidFill>
                  <a:schemeClr val="tx1"/>
                </a:solidFill>
              </a:rPr>
              <a:t>, Amazon Web Services, Inc. or its affiliates. All rights reserved. Amazon Confidential and Trademark.</a:t>
            </a:r>
          </a:p>
        </p:txBody>
      </p:sp>
      <p:pic>
        <p:nvPicPr>
          <p:cNvPr id="4" name="Picture 12">
            <a:extLst>
              <a:ext uri="{FF2B5EF4-FFF2-40B4-BE49-F238E27FC236}">
                <a16:creationId xmlns:a16="http://schemas.microsoft.com/office/drawing/2014/main" id="{66564EFE-9424-03AE-F676-ED97C09742E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97078" y="413780"/>
            <a:ext cx="2318228" cy="453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4093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- Color set 3 - dot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05FB853-8D14-6B48-43F0-CC75308D56C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764" y="2680"/>
            <a:ext cx="9139235" cy="5140820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1FFA190-394C-4586-A84A-BA2A6770300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4344" y="2693149"/>
            <a:ext cx="1495566" cy="300082"/>
          </a:xfrm>
        </p:spPr>
        <p:txBody>
          <a:bodyPr anchor="b" anchorCtr="0"/>
          <a:lstStyle>
            <a:lvl1pPr marL="0" indent="0">
              <a:buNone/>
              <a:defRPr sz="15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682D70F-F9C4-4C4C-A916-589EA4438C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4344" y="2993232"/>
            <a:ext cx="1495566" cy="424732"/>
          </a:xfrm>
        </p:spPr>
        <p:txBody>
          <a:bodyPr/>
          <a:lstStyle>
            <a:lvl1pPr marL="0" indent="0">
              <a:spcAft>
                <a:spcPts val="450"/>
              </a:spcAft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393A1250-E885-4935-B98D-9C62E4E51F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035969" y="2693149"/>
            <a:ext cx="1495566" cy="300082"/>
          </a:xfrm>
        </p:spPr>
        <p:txBody>
          <a:bodyPr anchor="b" anchorCtr="0"/>
          <a:lstStyle>
            <a:lvl1pPr marL="0" indent="0">
              <a:buNone/>
              <a:defRPr sz="15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F7E9957-AB07-4CE6-BD9E-3631EF6ED5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35969" y="2993232"/>
            <a:ext cx="1495566" cy="424732"/>
          </a:xfrm>
        </p:spPr>
        <p:txBody>
          <a:bodyPr/>
          <a:lstStyle>
            <a:lvl1pPr marL="0" indent="0">
              <a:spcAft>
                <a:spcPts val="450"/>
              </a:spcAft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E064B62F-5416-46A2-BBC6-945C362C63D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07594" y="2693149"/>
            <a:ext cx="1495566" cy="300082"/>
          </a:xfrm>
        </p:spPr>
        <p:txBody>
          <a:bodyPr anchor="b" anchorCtr="0"/>
          <a:lstStyle>
            <a:lvl1pPr marL="0" indent="0">
              <a:buNone/>
              <a:defRPr sz="15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4BBE44B1-E140-4E35-AF0B-41A3CDA5CA2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07594" y="2993232"/>
            <a:ext cx="1495566" cy="424732"/>
          </a:xfrm>
        </p:spPr>
        <p:txBody>
          <a:bodyPr/>
          <a:lstStyle>
            <a:lvl1pPr marL="0" indent="0">
              <a:spcAft>
                <a:spcPts val="450"/>
              </a:spcAft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BEBFA3-8C5E-448A-B03D-8DAAEBB407B0}"/>
              </a:ext>
            </a:extLst>
          </p:cNvPr>
          <p:cNvSpPr txBox="1"/>
          <p:nvPr userDrawn="1"/>
        </p:nvSpPr>
        <p:spPr>
          <a:xfrm>
            <a:off x="457200" y="1845908"/>
            <a:ext cx="5150644" cy="692498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3600" b="0" i="0" dirty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Thank you!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7E17D5-3108-EAAD-BC84-9C803FEBEAFF}"/>
              </a:ext>
            </a:extLst>
          </p:cNvPr>
          <p:cNvSpPr txBox="1"/>
          <p:nvPr userDrawn="1"/>
        </p:nvSpPr>
        <p:spPr>
          <a:xfrm>
            <a:off x="378358" y="4792360"/>
            <a:ext cx="2981907" cy="1615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450" dirty="0">
                <a:solidFill>
                  <a:schemeClr val="tx1"/>
                </a:solidFill>
              </a:rPr>
              <a:t>© </a:t>
            </a:r>
            <a:fld id="{C9305E1C-00C6-7741-A376-0D18F41A32E6}" type="datetimeyyyy">
              <a:rPr lang="en-US" sz="450" smtClean="0">
                <a:solidFill>
                  <a:schemeClr val="tx1"/>
                </a:solidFill>
              </a:rPr>
              <a:t>2026</a:t>
            </a:fld>
            <a:r>
              <a:rPr lang="en-US" sz="450" dirty="0">
                <a:solidFill>
                  <a:schemeClr val="tx1"/>
                </a:solidFill>
              </a:rPr>
              <a:t>, Amazon Web Services, Inc. or its affiliates. All rights reserved. Amazon Confidential and Trademark.</a:t>
            </a:r>
          </a:p>
        </p:txBody>
      </p:sp>
      <p:pic>
        <p:nvPicPr>
          <p:cNvPr id="4" name="Picture 12">
            <a:extLst>
              <a:ext uri="{FF2B5EF4-FFF2-40B4-BE49-F238E27FC236}">
                <a16:creationId xmlns:a16="http://schemas.microsoft.com/office/drawing/2014/main" id="{2A7C86E4-6C20-BC98-C105-3C1B3E9C617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97078" y="413780"/>
            <a:ext cx="2318228" cy="453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06025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- Color set 3 - block comp 2h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427A183-AA2F-3AAC-80C8-B6B57DBA394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766" y="2680"/>
            <a:ext cx="9139231" cy="514081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2BEBFA3-8C5E-448A-B03D-8DAAEBB407B0}"/>
              </a:ext>
            </a:extLst>
          </p:cNvPr>
          <p:cNvSpPr txBox="1"/>
          <p:nvPr userDrawn="1"/>
        </p:nvSpPr>
        <p:spPr>
          <a:xfrm>
            <a:off x="457200" y="1845908"/>
            <a:ext cx="5150644" cy="692498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3600" b="0" i="0" dirty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Thank you!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0A0BC348-319B-9CE7-35DF-89B076D79C5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4344" y="2693149"/>
            <a:ext cx="1495566" cy="300082"/>
          </a:xfrm>
        </p:spPr>
        <p:txBody>
          <a:bodyPr anchor="b" anchorCtr="0"/>
          <a:lstStyle>
            <a:lvl1pPr marL="0" indent="0">
              <a:buNone/>
              <a:defRPr sz="15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C58AE2D3-E0B2-596A-5774-77F5E4BE264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4344" y="2993232"/>
            <a:ext cx="1495566" cy="424732"/>
          </a:xfrm>
        </p:spPr>
        <p:txBody>
          <a:bodyPr/>
          <a:lstStyle>
            <a:lvl1pPr marL="0" indent="0">
              <a:spcAft>
                <a:spcPts val="450"/>
              </a:spcAft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CD7214E7-926F-CF45-7067-7885CA7F4C6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035969" y="2693149"/>
            <a:ext cx="1495566" cy="300082"/>
          </a:xfrm>
        </p:spPr>
        <p:txBody>
          <a:bodyPr anchor="b" anchorCtr="0"/>
          <a:lstStyle>
            <a:lvl1pPr marL="0" indent="0">
              <a:buNone/>
              <a:defRPr sz="15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C7386B97-D918-6426-BA80-636302F327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35969" y="2993232"/>
            <a:ext cx="1495566" cy="424732"/>
          </a:xfrm>
        </p:spPr>
        <p:txBody>
          <a:bodyPr/>
          <a:lstStyle>
            <a:lvl1pPr marL="0" indent="0">
              <a:spcAft>
                <a:spcPts val="450"/>
              </a:spcAft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0A852E-B081-24A3-00DB-2E808E4A9AAD}"/>
              </a:ext>
            </a:extLst>
          </p:cNvPr>
          <p:cNvSpPr txBox="1"/>
          <p:nvPr userDrawn="1"/>
        </p:nvSpPr>
        <p:spPr>
          <a:xfrm>
            <a:off x="378358" y="4792360"/>
            <a:ext cx="2981907" cy="1615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450" dirty="0">
                <a:solidFill>
                  <a:schemeClr val="tx1"/>
                </a:solidFill>
              </a:rPr>
              <a:t>© </a:t>
            </a:r>
            <a:fld id="{C9305E1C-00C6-7741-A376-0D18F41A32E6}" type="datetimeyyyy">
              <a:rPr lang="en-US" sz="450" smtClean="0">
                <a:solidFill>
                  <a:schemeClr val="tx1"/>
                </a:solidFill>
              </a:rPr>
              <a:t>2026</a:t>
            </a:fld>
            <a:r>
              <a:rPr lang="en-US" sz="450" dirty="0">
                <a:solidFill>
                  <a:schemeClr val="tx1"/>
                </a:solidFill>
              </a:rPr>
              <a:t>, Amazon Web Services, Inc. or its affiliates. All rights reserved. Amazon Confidential and Trademark.</a:t>
            </a:r>
          </a:p>
        </p:txBody>
      </p:sp>
      <p:pic>
        <p:nvPicPr>
          <p:cNvPr id="8" name="Picture 12">
            <a:extLst>
              <a:ext uri="{FF2B5EF4-FFF2-40B4-BE49-F238E27FC236}">
                <a16:creationId xmlns:a16="http://schemas.microsoft.com/office/drawing/2014/main" id="{5E52CB9F-6116-66EA-EE60-56B6BD245C0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97078" y="413780"/>
            <a:ext cx="2318228" cy="453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8498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54CF3CEA-C5D6-3EE2-0ADF-9CA879927A5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F4CEAE59-88AB-067D-8305-5D60E5C0CC9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4344" y="2693149"/>
            <a:ext cx="1495566" cy="300082"/>
          </a:xfrm>
        </p:spPr>
        <p:txBody>
          <a:bodyPr anchor="b" anchorCtr="0"/>
          <a:lstStyle>
            <a:lvl1pPr marL="0" indent="0">
              <a:buNone/>
              <a:defRPr sz="15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7ED4E7E8-6939-47DD-F50C-1BE8D7C7AB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4344" y="2993232"/>
            <a:ext cx="1495566" cy="424732"/>
          </a:xfrm>
        </p:spPr>
        <p:txBody>
          <a:bodyPr/>
          <a:lstStyle>
            <a:lvl1pPr marL="0" indent="0">
              <a:spcAft>
                <a:spcPts val="450"/>
              </a:spcAft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B0E08B7E-513C-0B0B-9DC0-33A10068E81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035969" y="2693149"/>
            <a:ext cx="1495566" cy="300082"/>
          </a:xfrm>
        </p:spPr>
        <p:txBody>
          <a:bodyPr anchor="b" anchorCtr="0"/>
          <a:lstStyle>
            <a:lvl1pPr marL="0" indent="0">
              <a:buNone/>
              <a:defRPr sz="15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21EF1BFC-F8EA-31FF-2ECB-6FE640057D1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35969" y="2993232"/>
            <a:ext cx="1495566" cy="424732"/>
          </a:xfrm>
        </p:spPr>
        <p:txBody>
          <a:bodyPr/>
          <a:lstStyle>
            <a:lvl1pPr marL="0" indent="0">
              <a:spcAft>
                <a:spcPts val="450"/>
              </a:spcAft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BCF5D785-7779-B4A7-1593-D9E4005D418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07594" y="2693149"/>
            <a:ext cx="1495566" cy="300082"/>
          </a:xfrm>
        </p:spPr>
        <p:txBody>
          <a:bodyPr anchor="b" anchorCtr="0"/>
          <a:lstStyle>
            <a:lvl1pPr marL="0" indent="0">
              <a:buNone/>
              <a:defRPr sz="15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6C67EAE0-22D8-7774-6075-2E7C8D35794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07594" y="2993232"/>
            <a:ext cx="1495566" cy="424732"/>
          </a:xfrm>
        </p:spPr>
        <p:txBody>
          <a:bodyPr/>
          <a:lstStyle>
            <a:lvl1pPr marL="0" indent="0">
              <a:spcAft>
                <a:spcPts val="450"/>
              </a:spcAft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B073B14-3FCE-9EBE-8EF4-076D31F5D3A9}"/>
              </a:ext>
            </a:extLst>
          </p:cNvPr>
          <p:cNvSpPr txBox="1"/>
          <p:nvPr userDrawn="1"/>
        </p:nvSpPr>
        <p:spPr>
          <a:xfrm>
            <a:off x="457200" y="1845908"/>
            <a:ext cx="5150644" cy="692498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3600" dirty="0">
                <a:solidFill>
                  <a:schemeClr val="tx2"/>
                </a:solidFill>
                <a:latin typeface="+mn-lt"/>
              </a:rPr>
              <a:t>Thank you!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B64E461-542C-9DF0-B91E-B36341643F32}"/>
              </a:ext>
            </a:extLst>
          </p:cNvPr>
          <p:cNvSpPr txBox="1"/>
          <p:nvPr userDrawn="1"/>
        </p:nvSpPr>
        <p:spPr>
          <a:xfrm>
            <a:off x="-1014412" y="2828925"/>
            <a:ext cx="65" cy="30008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endParaRPr lang="en-US" sz="1350" dirty="0" err="1"/>
          </a:p>
        </p:txBody>
      </p:sp>
      <p:pic>
        <p:nvPicPr>
          <p:cNvPr id="8" name="Picture 3">
            <a:extLst>
              <a:ext uri="{FF2B5EF4-FFF2-40B4-BE49-F238E27FC236}">
                <a16:creationId xmlns:a16="http://schemas.microsoft.com/office/drawing/2014/main" id="{8E754E3C-73CC-D0AD-6EAA-B982F724344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97078" y="413780"/>
            <a:ext cx="2318228" cy="45391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5F9CCB5-165A-6162-2A6C-ABA836CB6A65}"/>
              </a:ext>
            </a:extLst>
          </p:cNvPr>
          <p:cNvSpPr txBox="1"/>
          <p:nvPr userDrawn="1"/>
        </p:nvSpPr>
        <p:spPr>
          <a:xfrm>
            <a:off x="378358" y="4792360"/>
            <a:ext cx="2981907" cy="1615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450" dirty="0">
                <a:solidFill>
                  <a:schemeClr val="tx1"/>
                </a:solidFill>
              </a:rPr>
              <a:t>© </a:t>
            </a:r>
            <a:fld id="{E59B6FD5-3D56-C643-A5C0-5E9DC034BBB5}" type="datetimeyyyy">
              <a:rPr lang="en-US" sz="450" smtClean="0">
                <a:solidFill>
                  <a:schemeClr val="tx1"/>
                </a:solidFill>
              </a:rPr>
              <a:t>2026</a:t>
            </a:fld>
            <a:r>
              <a:rPr lang="en-US" sz="450" dirty="0">
                <a:solidFill>
                  <a:schemeClr val="tx1"/>
                </a:solidFill>
              </a:rPr>
              <a:t>, Amazon Web Services, Inc. or its affiliates. All rights reserved. Amazon Confidential and Trademark.</a:t>
            </a:r>
          </a:p>
        </p:txBody>
      </p:sp>
    </p:spTree>
    <p:extLst>
      <p:ext uri="{BB962C8B-B14F-4D97-AF65-F5344CB8AC3E}">
        <p14:creationId xmlns:p14="http://schemas.microsoft.com/office/powerpoint/2010/main" val="1881709016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 Not U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A4731D4-24B7-407D-A119-09109E0E0D80}"/>
              </a:ext>
            </a:extLst>
          </p:cNvPr>
          <p:cNvSpPr txBox="1"/>
          <p:nvPr userDrawn="1"/>
        </p:nvSpPr>
        <p:spPr>
          <a:xfrm>
            <a:off x="2614613" y="1884278"/>
            <a:ext cx="5514975" cy="13905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80000"/>
              </a:lnSpc>
            </a:pPr>
            <a:r>
              <a:rPr lang="en-US" sz="4500" dirty="0">
                <a:latin typeface="+mj-lt"/>
              </a:rPr>
              <a:t>Do not use layouts after this slide.</a:t>
            </a:r>
            <a:br>
              <a:rPr lang="en-US" sz="4500" dirty="0">
                <a:latin typeface="+mj-lt"/>
              </a:rPr>
            </a:br>
            <a:r>
              <a:rPr lang="en-US" sz="1500" dirty="0">
                <a:latin typeface="+mj-lt"/>
              </a:rPr>
              <a:t>They are not part of the official template.</a:t>
            </a:r>
            <a:endParaRPr lang="en-US" sz="4500" dirty="0">
              <a:latin typeface="+mj-lt"/>
            </a:endParaRPr>
          </a:p>
        </p:txBody>
      </p:sp>
      <p:pic>
        <p:nvPicPr>
          <p:cNvPr id="7" name="Graphic 6" descr="Stop sign">
            <a:extLst>
              <a:ext uri="{FF2B5EF4-FFF2-40B4-BE49-F238E27FC236}">
                <a16:creationId xmlns:a16="http://schemas.microsoft.com/office/drawing/2014/main" id="{2E1D490C-0B7A-44B5-A2CC-97504831122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2938" y="1585912"/>
            <a:ext cx="1971675" cy="197167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56A91D7-A142-41A9-9775-90FA8A0EC8F4}"/>
              </a:ext>
            </a:extLst>
          </p:cNvPr>
          <p:cNvSpPr/>
          <p:nvPr userDrawn="1"/>
        </p:nvSpPr>
        <p:spPr>
          <a:xfrm>
            <a:off x="285750" y="4752975"/>
            <a:ext cx="3707606" cy="39052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4A252AA-410C-4410-AE45-9D483892FCD8}"/>
              </a:ext>
            </a:extLst>
          </p:cNvPr>
          <p:cNvSpPr/>
          <p:nvPr userDrawn="1"/>
        </p:nvSpPr>
        <p:spPr>
          <a:xfrm>
            <a:off x="285750" y="122792"/>
            <a:ext cx="3707606" cy="39052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22948078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84" Type="http://schemas.openxmlformats.org/officeDocument/2006/relationships/slideLayout" Target="../slideLayouts/slideLayout84.xml"/><Relationship Id="rId89" Type="http://schemas.openxmlformats.org/officeDocument/2006/relationships/image" Target="../media/image2.svg"/><Relationship Id="rId1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1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74" Type="http://schemas.openxmlformats.org/officeDocument/2006/relationships/slideLayout" Target="../slideLayouts/slideLayout74.xml"/><Relationship Id="rId79" Type="http://schemas.openxmlformats.org/officeDocument/2006/relationships/slideLayout" Target="../slideLayouts/slideLayout79.xml"/><Relationship Id="rId5" Type="http://schemas.openxmlformats.org/officeDocument/2006/relationships/slideLayout" Target="../slideLayouts/slideLayout5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77" Type="http://schemas.openxmlformats.org/officeDocument/2006/relationships/slideLayout" Target="../slideLayouts/slideLayout77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80" Type="http://schemas.openxmlformats.org/officeDocument/2006/relationships/slideLayout" Target="../slideLayouts/slideLayout80.xml"/><Relationship Id="rId85" Type="http://schemas.openxmlformats.org/officeDocument/2006/relationships/slideLayout" Target="../slideLayouts/slideLayout85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75" Type="http://schemas.openxmlformats.org/officeDocument/2006/relationships/slideLayout" Target="../slideLayouts/slideLayout75.xml"/><Relationship Id="rId83" Type="http://schemas.openxmlformats.org/officeDocument/2006/relationships/slideLayout" Target="../slideLayouts/slideLayout83.xml"/><Relationship Id="rId88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slideLayout" Target="../slideLayouts/slideLayout73.xml"/><Relationship Id="rId78" Type="http://schemas.openxmlformats.org/officeDocument/2006/relationships/slideLayout" Target="../slideLayouts/slideLayout78.xml"/><Relationship Id="rId81" Type="http://schemas.openxmlformats.org/officeDocument/2006/relationships/slideLayout" Target="../slideLayouts/slideLayout81.xml"/><Relationship Id="rId86" Type="http://schemas.openxmlformats.org/officeDocument/2006/relationships/slideLayout" Target="../slideLayouts/slideLayout86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slideLayout" Target="../slideLayouts/slideLayout76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Relationship Id="rId24" Type="http://schemas.openxmlformats.org/officeDocument/2006/relationships/slideLayout" Target="../slideLayouts/slideLayout24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66" Type="http://schemas.openxmlformats.org/officeDocument/2006/relationships/slideLayout" Target="../slideLayouts/slideLayout66.xml"/><Relationship Id="rId87" Type="http://schemas.openxmlformats.org/officeDocument/2006/relationships/theme" Target="../theme/theme1.xml"/><Relationship Id="rId61" Type="http://schemas.openxmlformats.org/officeDocument/2006/relationships/slideLayout" Target="../slideLayouts/slideLayout61.xml"/><Relationship Id="rId82" Type="http://schemas.openxmlformats.org/officeDocument/2006/relationships/slideLayout" Target="../slideLayouts/slideLayout82.xml"/><Relationship Id="rId1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86CC99-EC41-4647-BD17-9EFC9AA4D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74259"/>
            <a:ext cx="8229600" cy="424732"/>
          </a:xfrm>
          <a:prstGeom prst="rect">
            <a:avLst/>
          </a:prstGeom>
        </p:spPr>
        <p:txBody>
          <a:bodyPr vert="horz" wrap="square" lIns="0" tIns="45720" rIns="0" bIns="45720" rtlCol="0" anchor="ctr" anchorCtr="0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928EF9-1BCD-42D2-8B21-6150BBD86F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289238"/>
            <a:ext cx="8229600" cy="1283685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925A29-F4EF-4A12-9095-1B88A1BDDE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696900" y="4717125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2"/>
                </a:solidFill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67F50F9-4909-422B-A8DD-8362E9484737}"/>
              </a:ext>
            </a:extLst>
          </p:cNvPr>
          <p:cNvPicPr>
            <a:picLocks noChangeAspect="1"/>
          </p:cNvPicPr>
          <p:nvPr userDrawn="1"/>
        </p:nvPicPr>
        <p:blipFill>
          <a:blip r:embed="rId8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9"/>
              </a:ext>
            </a:extLst>
          </a:blip>
          <a:srcRect/>
          <a:stretch/>
        </p:blipFill>
        <p:spPr>
          <a:xfrm>
            <a:off x="446471" y="4753830"/>
            <a:ext cx="274320" cy="16362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56DFE43-13DB-038C-B378-587E8997587F}"/>
              </a:ext>
            </a:extLst>
          </p:cNvPr>
          <p:cNvSpPr txBox="1"/>
          <p:nvPr userDrawn="1"/>
        </p:nvSpPr>
        <p:spPr>
          <a:xfrm>
            <a:off x="855814" y="4792360"/>
            <a:ext cx="2981907" cy="1615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450" dirty="0">
                <a:solidFill>
                  <a:schemeClr val="tx2"/>
                </a:solidFill>
              </a:rPr>
              <a:t>© </a:t>
            </a:r>
            <a:fld id="{C09C7244-04FA-4945-8501-81AE75998B9F}" type="datetimeyyyy">
              <a:rPr lang="en-US" sz="450" smtClean="0">
                <a:solidFill>
                  <a:schemeClr val="tx2"/>
                </a:solidFill>
              </a:rPr>
              <a:t>2026</a:t>
            </a:fld>
            <a:r>
              <a:rPr lang="en-US" sz="450" dirty="0">
                <a:solidFill>
                  <a:schemeClr val="tx2"/>
                </a:solidFill>
              </a:rPr>
              <a:t>, Amazon Web Services, Inc. or its affiliates. All rights reserved. Amazon Confidential and Trademark.</a:t>
            </a:r>
          </a:p>
        </p:txBody>
      </p:sp>
    </p:spTree>
    <p:extLst>
      <p:ext uri="{BB962C8B-B14F-4D97-AF65-F5344CB8AC3E}">
        <p14:creationId xmlns:p14="http://schemas.microsoft.com/office/powerpoint/2010/main" val="1260867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  <p:sldLayoutId id="2147483671" r:id="rId21"/>
    <p:sldLayoutId id="2147483672" r:id="rId22"/>
    <p:sldLayoutId id="2147483673" r:id="rId23"/>
    <p:sldLayoutId id="2147483674" r:id="rId24"/>
    <p:sldLayoutId id="2147483675" r:id="rId25"/>
    <p:sldLayoutId id="2147483676" r:id="rId26"/>
    <p:sldLayoutId id="2147483677" r:id="rId27"/>
    <p:sldLayoutId id="2147483678" r:id="rId28"/>
    <p:sldLayoutId id="2147483679" r:id="rId29"/>
    <p:sldLayoutId id="2147483680" r:id="rId30"/>
    <p:sldLayoutId id="2147483681" r:id="rId31"/>
    <p:sldLayoutId id="2147483682" r:id="rId32"/>
    <p:sldLayoutId id="2147483683" r:id="rId33"/>
    <p:sldLayoutId id="2147483684" r:id="rId34"/>
    <p:sldLayoutId id="2147483685" r:id="rId35"/>
    <p:sldLayoutId id="2147483686" r:id="rId36"/>
    <p:sldLayoutId id="2147483687" r:id="rId37"/>
    <p:sldLayoutId id="2147483688" r:id="rId38"/>
    <p:sldLayoutId id="2147483689" r:id="rId39"/>
    <p:sldLayoutId id="2147483690" r:id="rId40"/>
    <p:sldLayoutId id="2147483691" r:id="rId41"/>
    <p:sldLayoutId id="2147483692" r:id="rId42"/>
    <p:sldLayoutId id="2147483693" r:id="rId43"/>
    <p:sldLayoutId id="2147483694" r:id="rId44"/>
    <p:sldLayoutId id="2147483695" r:id="rId45"/>
    <p:sldLayoutId id="2147483696" r:id="rId46"/>
    <p:sldLayoutId id="2147483697" r:id="rId47"/>
    <p:sldLayoutId id="2147483698" r:id="rId48"/>
    <p:sldLayoutId id="2147483699" r:id="rId49"/>
    <p:sldLayoutId id="2147483700" r:id="rId50"/>
    <p:sldLayoutId id="2147483701" r:id="rId51"/>
    <p:sldLayoutId id="2147483702" r:id="rId52"/>
    <p:sldLayoutId id="2147483703" r:id="rId53"/>
    <p:sldLayoutId id="2147483704" r:id="rId54"/>
    <p:sldLayoutId id="2147483705" r:id="rId55"/>
    <p:sldLayoutId id="2147483706" r:id="rId56"/>
    <p:sldLayoutId id="2147483707" r:id="rId57"/>
    <p:sldLayoutId id="2147483708" r:id="rId58"/>
    <p:sldLayoutId id="2147483709" r:id="rId59"/>
    <p:sldLayoutId id="2147483710" r:id="rId60"/>
    <p:sldLayoutId id="2147483711" r:id="rId61"/>
    <p:sldLayoutId id="2147483712" r:id="rId62"/>
    <p:sldLayoutId id="2147483713" r:id="rId63"/>
    <p:sldLayoutId id="2147483714" r:id="rId64"/>
    <p:sldLayoutId id="2147483715" r:id="rId65"/>
    <p:sldLayoutId id="2147483716" r:id="rId66"/>
    <p:sldLayoutId id="2147483717" r:id="rId67"/>
    <p:sldLayoutId id="2147483718" r:id="rId68"/>
    <p:sldLayoutId id="2147483719" r:id="rId69"/>
    <p:sldLayoutId id="2147483720" r:id="rId70"/>
    <p:sldLayoutId id="2147483721" r:id="rId71"/>
    <p:sldLayoutId id="2147483722" r:id="rId72"/>
    <p:sldLayoutId id="2147483723" r:id="rId73"/>
    <p:sldLayoutId id="2147483724" r:id="rId74"/>
    <p:sldLayoutId id="2147483725" r:id="rId75"/>
    <p:sldLayoutId id="2147483726" r:id="rId76"/>
    <p:sldLayoutId id="2147483727" r:id="rId77"/>
    <p:sldLayoutId id="2147483728" r:id="rId78"/>
    <p:sldLayoutId id="2147483729" r:id="rId79"/>
    <p:sldLayoutId id="2147483730" r:id="rId80"/>
    <p:sldLayoutId id="2147483731" r:id="rId81"/>
    <p:sldLayoutId id="2147483732" r:id="rId82"/>
    <p:sldLayoutId id="2147483733" r:id="rId83"/>
    <p:sldLayoutId id="2147483734" r:id="rId84"/>
    <p:sldLayoutId id="2147483735" r:id="rId85"/>
    <p:sldLayoutId id="2147483736" r:id="rId86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b="0" i="0" kern="1200" baseline="0">
          <a:solidFill>
            <a:schemeClr val="tx2"/>
          </a:solidFill>
          <a:latin typeface="Amazon Ember Display" panose="020F0603020204020204" pitchFamily="34" charset="0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ct val="90000"/>
        </a:lnSpc>
        <a:spcBef>
          <a:spcPts val="0"/>
        </a:spcBef>
        <a:spcAft>
          <a:spcPts val="450"/>
        </a:spcAft>
        <a:buSzPct val="90000"/>
        <a:buFont typeface="Arial" panose="020B0604020202020204" pitchFamily="34" charset="0"/>
        <a:buNone/>
        <a:defRPr sz="1350" kern="1200" baseline="0">
          <a:solidFill>
            <a:schemeClr val="tx2"/>
          </a:solidFill>
          <a:latin typeface="Amazon Ember Display" panose="020F0603020204020204" pitchFamily="34" charset="0"/>
          <a:ea typeface="+mn-ea"/>
          <a:cs typeface="+mn-cs"/>
        </a:defRPr>
      </a:lvl1pPr>
      <a:lvl2pPr marL="214313" indent="0" algn="l" defTabSz="685800" rtl="0" eaLnBrk="1" latinLnBrk="0" hangingPunct="1">
        <a:lnSpc>
          <a:spcPct val="90000"/>
        </a:lnSpc>
        <a:spcBef>
          <a:spcPts val="0"/>
        </a:spcBef>
        <a:spcAft>
          <a:spcPts val="450"/>
        </a:spcAft>
        <a:buSzPct val="90000"/>
        <a:buFont typeface="Wingdings" panose="05000000000000000000" pitchFamily="2" charset="2"/>
        <a:buNone/>
        <a:defRPr sz="1350" kern="1200" baseline="0">
          <a:solidFill>
            <a:schemeClr val="tx2"/>
          </a:solidFill>
          <a:latin typeface="Amazon Ember Display" panose="020F0603020204020204" pitchFamily="34" charset="0"/>
          <a:ea typeface="+mn-ea"/>
          <a:cs typeface="+mn-cs"/>
        </a:defRPr>
      </a:lvl2pPr>
      <a:lvl3pPr marL="471488" indent="0" algn="l" defTabSz="685800" rtl="0" eaLnBrk="1" latinLnBrk="0" hangingPunct="1">
        <a:lnSpc>
          <a:spcPct val="90000"/>
        </a:lnSpc>
        <a:spcBef>
          <a:spcPts val="0"/>
        </a:spcBef>
        <a:spcAft>
          <a:spcPts val="450"/>
        </a:spcAft>
        <a:buFont typeface="Amazon Ember" panose="020B0603020204020204" pitchFamily="34" charset="0"/>
        <a:buNone/>
        <a:defRPr sz="1350" kern="1200" baseline="0">
          <a:solidFill>
            <a:schemeClr val="tx2"/>
          </a:solidFill>
          <a:latin typeface="Amazon Ember Display" panose="020F0603020204020204" pitchFamily="34" charset="0"/>
          <a:ea typeface="+mn-ea"/>
          <a:cs typeface="+mn-cs"/>
        </a:defRPr>
      </a:lvl3pPr>
      <a:lvl4pPr marL="644129" indent="0" algn="l" defTabSz="685800" rtl="0" eaLnBrk="1" latinLnBrk="0" hangingPunct="1">
        <a:lnSpc>
          <a:spcPct val="90000"/>
        </a:lnSpc>
        <a:spcBef>
          <a:spcPts val="0"/>
        </a:spcBef>
        <a:spcAft>
          <a:spcPts val="450"/>
        </a:spcAft>
        <a:buFont typeface="Arial" panose="020B0604020202020204" pitchFamily="34" charset="0"/>
        <a:buNone/>
        <a:defRPr sz="1350" kern="1200" baseline="0">
          <a:solidFill>
            <a:schemeClr val="tx2"/>
          </a:solidFill>
          <a:latin typeface="Amazon Ember Display" panose="020F0603020204020204" pitchFamily="34" charset="0"/>
          <a:ea typeface="+mn-ea"/>
          <a:cs typeface="+mn-cs"/>
        </a:defRPr>
      </a:lvl4pPr>
      <a:lvl5pPr marL="772716" indent="0" algn="l" defTabSz="685800" rtl="0" eaLnBrk="1" latinLnBrk="0" hangingPunct="1">
        <a:lnSpc>
          <a:spcPct val="90000"/>
        </a:lnSpc>
        <a:spcBef>
          <a:spcPts val="0"/>
        </a:spcBef>
        <a:spcAft>
          <a:spcPts val="450"/>
        </a:spcAft>
        <a:buFont typeface="Arial" panose="020B0604020202020204" pitchFamily="34" charset="0"/>
        <a:buNone/>
        <a:defRPr sz="1350" kern="1200" baseline="0">
          <a:solidFill>
            <a:schemeClr val="tx2"/>
          </a:solidFill>
          <a:latin typeface="Amazon Ember Display" panose="020F0603020204020204" pitchFamily="34" charset="0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">
          <p15:clr>
            <a:srgbClr val="F26B43"/>
          </p15:clr>
        </p15:guide>
        <p15:guide id="2" pos="7296">
          <p15:clr>
            <a:srgbClr val="F26B43"/>
          </p15:clr>
        </p15:guide>
        <p15:guide id="3" orient="horz" pos="192">
          <p15:clr>
            <a:srgbClr val="F26B43"/>
          </p15:clr>
        </p15:guide>
        <p15:guide id="4" orient="horz" pos="3912">
          <p15:clr>
            <a:srgbClr val="F26B43"/>
          </p15:clr>
        </p15:guide>
        <p15:guide id="5" orient="horz" pos="1080">
          <p15:clr>
            <a:srgbClr val="F26B43"/>
          </p15:clr>
        </p15:guide>
        <p15:guide id="6" orient="horz" pos="57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7.sv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9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9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28625" y="1137307"/>
            <a:ext cx="6315886" cy="1135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731" b="1" kern="0" spc="-1" dirty="0">
                <a:solidFill>
                  <a:srgbClr val="000000"/>
                </a:solidFill>
              </a:rPr>
              <a:t>Agentic E-commerce
Payment </a:t>
            </a:r>
            <a:r>
              <a:rPr lang="en-US" sz="3731" b="1" kern="0" spc="-1" dirty="0" err="1">
                <a:solidFill>
                  <a:srgbClr val="000000"/>
                </a:solidFill>
              </a:rPr>
              <a:t>最佳实践</a:t>
            </a:r>
            <a:endParaRPr lang="en-US" sz="3731" dirty="0"/>
          </a:p>
        </p:txBody>
      </p:sp>
      <p:sp>
        <p:nvSpPr>
          <p:cNvPr id="6" name="Text 3"/>
          <p:cNvSpPr/>
          <p:nvPr/>
        </p:nvSpPr>
        <p:spPr>
          <a:xfrm>
            <a:off x="6229350" y="4070152"/>
            <a:ext cx="262890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2" dirty="0">
                <a:solidFill>
                  <a:srgbClr val="FF4500"/>
                </a:solidFill>
              </a:rPr>
              <a:t>适用对象</a:t>
            </a:r>
            <a:endParaRPr lang="en-US" sz="683" dirty="0"/>
          </a:p>
        </p:txBody>
      </p:sp>
      <p:sp>
        <p:nvSpPr>
          <p:cNvPr id="7" name="Text 4"/>
          <p:cNvSpPr/>
          <p:nvPr/>
        </p:nvSpPr>
        <p:spPr>
          <a:xfrm>
            <a:off x="6229350" y="4286250"/>
            <a:ext cx="26289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支付服务提供商（PSP）
与收单机构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28625" y="428625"/>
            <a:ext cx="8286750" cy="4982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kern="0" spc="-1" dirty="0">
                <a:solidFill>
                  <a:srgbClr val="000000"/>
                </a:solidFill>
              </a:rPr>
              <a:t>AI Agent 正在重构电商支付范式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428625" y="998339"/>
            <a:ext cx="8286750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666666"/>
                </a:solidFill>
              </a:rPr>
              <a:t>从 "人-页面-支付" 到 "意图-授权-执行"</a:t>
            </a:r>
            <a:endParaRPr lang="en-US" sz="1269" dirty="0"/>
          </a:p>
        </p:txBody>
      </p:sp>
      <p:sp>
        <p:nvSpPr>
          <p:cNvPr id="5" name="Shape 2"/>
          <p:cNvSpPr/>
          <p:nvPr/>
        </p:nvSpPr>
        <p:spPr>
          <a:xfrm>
            <a:off x="428625" y="1391245"/>
            <a:ext cx="4036219" cy="2702123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3"/>
          <p:cNvSpPr/>
          <p:nvPr/>
        </p:nvSpPr>
        <p:spPr>
          <a:xfrm>
            <a:off x="428625" y="1391245"/>
            <a:ext cx="4036219" cy="28575"/>
          </a:xfrm>
          <a:prstGeom prst="rect">
            <a:avLst/>
          </a:prstGeom>
          <a:solidFill>
            <a:srgbClr val="99999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4"/>
          <p:cNvSpPr/>
          <p:nvPr/>
        </p:nvSpPr>
        <p:spPr>
          <a:xfrm>
            <a:off x="571500" y="1534120"/>
            <a:ext cx="3750469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666666"/>
                </a:solidFill>
              </a:rPr>
              <a:t>传统模式</a:t>
            </a:r>
            <a:endParaRPr lang="en-US" sz="1602" dirty="0"/>
          </a:p>
        </p:txBody>
      </p:sp>
      <p:sp>
        <p:nvSpPr>
          <p:cNvPr id="8" name="Text 5"/>
          <p:cNvSpPr/>
          <p:nvPr/>
        </p:nvSpPr>
        <p:spPr>
          <a:xfrm>
            <a:off x="571500" y="1980605"/>
            <a:ext cx="3750469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666666"/>
                </a:solidFill>
              </a:rPr>
              <a:t>人 → 页面 → 支付</a:t>
            </a:r>
            <a:endParaRPr lang="en-US" sz="1193" dirty="0"/>
          </a:p>
        </p:txBody>
      </p:sp>
      <p:sp>
        <p:nvSpPr>
          <p:cNvPr id="9" name="Text 6"/>
          <p:cNvSpPr/>
          <p:nvPr/>
        </p:nvSpPr>
        <p:spPr>
          <a:xfrm>
            <a:off x="571500" y="2373511"/>
            <a:ext cx="5374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666666"/>
                </a:solidFill>
              </a:rPr>
              <a:t>•</a:t>
            </a:r>
            <a:endParaRPr lang="en-US" sz="987" dirty="0"/>
          </a:p>
        </p:txBody>
      </p:sp>
      <p:sp>
        <p:nvSpPr>
          <p:cNvPr id="10" name="Text 7"/>
          <p:cNvSpPr/>
          <p:nvPr/>
        </p:nvSpPr>
        <p:spPr>
          <a:xfrm>
            <a:off x="714375" y="2382441"/>
            <a:ext cx="128587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666666"/>
                </a:solidFill>
              </a:rPr>
              <a:t>用户亲自浏览、比价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71500" y="2673548"/>
            <a:ext cx="5374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666666"/>
                </a:solidFill>
              </a:rPr>
              <a:t>•</a:t>
            </a:r>
            <a:endParaRPr lang="en-US" sz="987" dirty="0"/>
          </a:p>
        </p:txBody>
      </p:sp>
      <p:sp>
        <p:nvSpPr>
          <p:cNvPr id="12" name="Text 9"/>
          <p:cNvSpPr/>
          <p:nvPr/>
        </p:nvSpPr>
        <p:spPr>
          <a:xfrm>
            <a:off x="714375" y="2682478"/>
            <a:ext cx="85725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666666"/>
                </a:solidFill>
              </a:rPr>
              <a:t>手工填写表单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71500" y="2973586"/>
            <a:ext cx="5374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666666"/>
                </a:solidFill>
              </a:rPr>
              <a:t>•</a:t>
            </a:r>
            <a:endParaRPr lang="en-US" sz="987" dirty="0"/>
          </a:p>
        </p:txBody>
      </p:sp>
      <p:sp>
        <p:nvSpPr>
          <p:cNvPr id="14" name="Text 11"/>
          <p:cNvSpPr/>
          <p:nvPr/>
        </p:nvSpPr>
        <p:spPr>
          <a:xfrm>
            <a:off x="714375" y="2982516"/>
            <a:ext cx="114300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666666"/>
                </a:solidFill>
              </a:rPr>
              <a:t>点击支付按钮确认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679156" y="1391245"/>
            <a:ext cx="4036219" cy="270212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3"/>
          <p:cNvSpPr/>
          <p:nvPr/>
        </p:nvSpPr>
        <p:spPr>
          <a:xfrm>
            <a:off x="4679156" y="1391245"/>
            <a:ext cx="4036219" cy="28575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4"/>
          <p:cNvSpPr/>
          <p:nvPr/>
        </p:nvSpPr>
        <p:spPr>
          <a:xfrm>
            <a:off x="4822031" y="1534120"/>
            <a:ext cx="3750469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00000"/>
                </a:solidFill>
              </a:rPr>
              <a:t>Agentic 模式</a:t>
            </a:r>
            <a:endParaRPr lang="en-US" sz="1602" dirty="0"/>
          </a:p>
        </p:txBody>
      </p:sp>
      <p:sp>
        <p:nvSpPr>
          <p:cNvPr id="18" name="Text 15"/>
          <p:cNvSpPr/>
          <p:nvPr/>
        </p:nvSpPr>
        <p:spPr>
          <a:xfrm>
            <a:off x="4822031" y="1980605"/>
            <a:ext cx="3750469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4500"/>
                </a:solidFill>
              </a:rPr>
              <a:t>意图 → 授权 → 执行</a:t>
            </a:r>
            <a:endParaRPr lang="en-US" sz="1193" dirty="0"/>
          </a:p>
        </p:txBody>
      </p:sp>
      <p:sp>
        <p:nvSpPr>
          <p:cNvPr id="19" name="Text 16"/>
          <p:cNvSpPr/>
          <p:nvPr/>
        </p:nvSpPr>
        <p:spPr>
          <a:xfrm>
            <a:off x="4822031" y="2373511"/>
            <a:ext cx="5374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333333"/>
                </a:solidFill>
              </a:rPr>
              <a:t>•</a:t>
            </a:r>
            <a:endParaRPr lang="en-US" sz="987" dirty="0"/>
          </a:p>
        </p:txBody>
      </p:sp>
      <p:sp>
        <p:nvSpPr>
          <p:cNvPr id="20" name="Text 17"/>
          <p:cNvSpPr/>
          <p:nvPr/>
        </p:nvSpPr>
        <p:spPr>
          <a:xfrm>
            <a:off x="4964906" y="2382441"/>
            <a:ext cx="128587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用户表达意图并授权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4822031" y="2673548"/>
            <a:ext cx="5374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333333"/>
                </a:solidFill>
              </a:rPr>
              <a:t>•</a:t>
            </a:r>
            <a:endParaRPr lang="en-US" sz="987" dirty="0"/>
          </a:p>
        </p:txBody>
      </p:sp>
      <p:sp>
        <p:nvSpPr>
          <p:cNvPr id="22" name="Text 19"/>
          <p:cNvSpPr/>
          <p:nvPr/>
        </p:nvSpPr>
        <p:spPr>
          <a:xfrm>
            <a:off x="4964906" y="2682478"/>
            <a:ext cx="161379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AI Agent 代为执行全流程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4822031" y="2973586"/>
            <a:ext cx="5374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333333"/>
                </a:solidFill>
              </a:rPr>
              <a:t>•</a:t>
            </a:r>
            <a:endParaRPr lang="en-US" sz="987" dirty="0"/>
          </a:p>
        </p:txBody>
      </p:sp>
      <p:sp>
        <p:nvSpPr>
          <p:cNvPr id="24" name="Text 21"/>
          <p:cNvSpPr/>
          <p:nvPr/>
        </p:nvSpPr>
        <p:spPr>
          <a:xfrm>
            <a:off x="4964906" y="2982516"/>
            <a:ext cx="114300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无需用户实时介入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28625" y="4236244"/>
            <a:ext cx="8286750" cy="478631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3"/>
          <p:cNvSpPr/>
          <p:nvPr/>
        </p:nvSpPr>
        <p:spPr>
          <a:xfrm>
            <a:off x="428625" y="4236244"/>
            <a:ext cx="8286750" cy="478631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本质转变：AI 从 "推荐工具" 升级为 </a:t>
            </a:r>
            <a:r>
              <a:rPr lang="en-US" sz="1193" b="1" dirty="0">
                <a:solidFill>
                  <a:srgbClr val="FF4500"/>
                </a:solidFill>
              </a:rPr>
              <a:t>"交易执行者"</a:t>
            </a:r>
            <a:endParaRPr lang="en-US" sz="1193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28625" y="428625"/>
            <a:ext cx="8286750" cy="4982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kern="0" spc="-1" dirty="0">
                <a:solidFill>
                  <a:srgbClr val="000000"/>
                </a:solidFill>
              </a:rPr>
              <a:t>Agentic 支付对支付生态的核心挑战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428625" y="998339"/>
            <a:ext cx="5715000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666666"/>
                </a:solidFill>
              </a:rPr>
              <a:t>当 "人点击确认" 不再存在，Checkout 页面被绕过时，支付生态必须回答：</a:t>
            </a:r>
            <a:endParaRPr lang="en-US" sz="1269" dirty="0"/>
          </a:p>
        </p:txBody>
      </p:sp>
      <p:sp>
        <p:nvSpPr>
          <p:cNvPr id="5" name="Shape 2"/>
          <p:cNvSpPr/>
          <p:nvPr/>
        </p:nvSpPr>
        <p:spPr>
          <a:xfrm>
            <a:off x="428625" y="1319808"/>
            <a:ext cx="4107656" cy="141892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3"/>
          <p:cNvSpPr/>
          <p:nvPr/>
        </p:nvSpPr>
        <p:spPr>
          <a:xfrm>
            <a:off x="428625" y="1319808"/>
            <a:ext cx="57150" cy="1418927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4"/>
          <p:cNvSpPr/>
          <p:nvPr/>
        </p:nvSpPr>
        <p:spPr>
          <a:xfrm>
            <a:off x="571500" y="1538139"/>
            <a:ext cx="382190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36" b="1" dirty="0">
                <a:solidFill>
                  <a:srgbClr val="E0E0E0"/>
                </a:solidFill>
              </a:rPr>
              <a:t>01</a:t>
            </a:r>
            <a:endParaRPr lang="en-US" sz="2436" dirty="0"/>
          </a:p>
        </p:txBody>
      </p:sp>
      <p:sp>
        <p:nvSpPr>
          <p:cNvPr id="8" name="Text 5"/>
          <p:cNvSpPr/>
          <p:nvPr/>
        </p:nvSpPr>
        <p:spPr>
          <a:xfrm>
            <a:off x="571500" y="1952476"/>
            <a:ext cx="3821906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0000"/>
                </a:solidFill>
              </a:rPr>
              <a:t>这笔交易是谁发起的？</a:t>
            </a:r>
            <a:endParaRPr lang="en-US" sz="1397" dirty="0"/>
          </a:p>
        </p:txBody>
      </p:sp>
      <p:sp>
        <p:nvSpPr>
          <p:cNvPr id="9" name="Text 6"/>
          <p:cNvSpPr/>
          <p:nvPr/>
        </p:nvSpPr>
        <p:spPr>
          <a:xfrm>
            <a:off x="571500" y="2313236"/>
            <a:ext cx="3821906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666666"/>
                </a:solidFill>
              </a:rPr>
              <a:t>代理身份识别与可信入口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607719" y="1319808"/>
            <a:ext cx="4107656" cy="141892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8"/>
          <p:cNvSpPr/>
          <p:nvPr/>
        </p:nvSpPr>
        <p:spPr>
          <a:xfrm>
            <a:off x="4607719" y="1319808"/>
            <a:ext cx="57150" cy="1418927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9"/>
          <p:cNvSpPr/>
          <p:nvPr/>
        </p:nvSpPr>
        <p:spPr>
          <a:xfrm>
            <a:off x="4750594" y="1538139"/>
            <a:ext cx="382190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36" b="1" dirty="0">
                <a:solidFill>
                  <a:srgbClr val="E0E0E0"/>
                </a:solidFill>
              </a:rPr>
              <a:t>02</a:t>
            </a:r>
            <a:endParaRPr lang="en-US" sz="2436" dirty="0"/>
          </a:p>
        </p:txBody>
      </p:sp>
      <p:sp>
        <p:nvSpPr>
          <p:cNvPr id="13" name="Text 10"/>
          <p:cNvSpPr/>
          <p:nvPr/>
        </p:nvSpPr>
        <p:spPr>
          <a:xfrm>
            <a:off x="4750594" y="1952476"/>
            <a:ext cx="3821906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0000"/>
                </a:solidFill>
              </a:rPr>
              <a:t>是否得到授权？</a:t>
            </a:r>
            <a:endParaRPr lang="en-US" sz="1397" dirty="0"/>
          </a:p>
        </p:txBody>
      </p:sp>
      <p:sp>
        <p:nvSpPr>
          <p:cNvPr id="14" name="Text 11"/>
          <p:cNvSpPr/>
          <p:nvPr/>
        </p:nvSpPr>
        <p:spPr>
          <a:xfrm>
            <a:off x="4750594" y="2313236"/>
            <a:ext cx="3821906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666666"/>
                </a:solidFill>
              </a:rPr>
              <a:t>授权表达、验证与边界控制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28625" y="2810173"/>
            <a:ext cx="4107656" cy="141892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3"/>
          <p:cNvSpPr/>
          <p:nvPr/>
        </p:nvSpPr>
        <p:spPr>
          <a:xfrm>
            <a:off x="428625" y="2810173"/>
            <a:ext cx="57150" cy="1418927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4"/>
          <p:cNvSpPr/>
          <p:nvPr/>
        </p:nvSpPr>
        <p:spPr>
          <a:xfrm>
            <a:off x="571500" y="3028504"/>
            <a:ext cx="382190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36" b="1" dirty="0">
                <a:solidFill>
                  <a:srgbClr val="E0E0E0"/>
                </a:solidFill>
              </a:rPr>
              <a:t>03</a:t>
            </a:r>
            <a:endParaRPr lang="en-US" sz="2436" dirty="0"/>
          </a:p>
        </p:txBody>
      </p:sp>
      <p:sp>
        <p:nvSpPr>
          <p:cNvPr id="18" name="Text 15"/>
          <p:cNvSpPr/>
          <p:nvPr/>
        </p:nvSpPr>
        <p:spPr>
          <a:xfrm>
            <a:off x="571500" y="3442841"/>
            <a:ext cx="3821906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0000"/>
                </a:solidFill>
              </a:rPr>
              <a:t>是否可追溯？</a:t>
            </a:r>
            <a:endParaRPr lang="en-US" sz="1397" dirty="0"/>
          </a:p>
        </p:txBody>
      </p:sp>
      <p:sp>
        <p:nvSpPr>
          <p:cNvPr id="19" name="Text 16"/>
          <p:cNvSpPr/>
          <p:nvPr/>
        </p:nvSpPr>
        <p:spPr>
          <a:xfrm>
            <a:off x="571500" y="3803600"/>
            <a:ext cx="3821906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666666"/>
                </a:solidFill>
              </a:rPr>
              <a:t>交易证据链与审计能力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572000" y="2815385"/>
            <a:ext cx="4107656" cy="141892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8"/>
          <p:cNvSpPr/>
          <p:nvPr/>
        </p:nvSpPr>
        <p:spPr>
          <a:xfrm>
            <a:off x="4607719" y="2810173"/>
            <a:ext cx="57150" cy="1418927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19"/>
          <p:cNvSpPr/>
          <p:nvPr/>
        </p:nvSpPr>
        <p:spPr>
          <a:xfrm>
            <a:off x="4750594" y="3028504"/>
            <a:ext cx="382190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36" b="1" dirty="0">
                <a:solidFill>
                  <a:srgbClr val="E0E0E0"/>
                </a:solidFill>
              </a:rPr>
              <a:t>04</a:t>
            </a:r>
            <a:endParaRPr lang="en-US" sz="2436" dirty="0"/>
          </a:p>
        </p:txBody>
      </p:sp>
      <p:sp>
        <p:nvSpPr>
          <p:cNvPr id="23" name="Text 20"/>
          <p:cNvSpPr/>
          <p:nvPr/>
        </p:nvSpPr>
        <p:spPr>
          <a:xfrm>
            <a:off x="4750594" y="3442841"/>
            <a:ext cx="3821906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0000"/>
                </a:solidFill>
              </a:rPr>
              <a:t>责任应由谁承担？</a:t>
            </a:r>
            <a:endParaRPr lang="en-US" sz="1397" dirty="0"/>
          </a:p>
        </p:txBody>
      </p:sp>
      <p:sp>
        <p:nvSpPr>
          <p:cNvPr id="24" name="Text 21"/>
          <p:cNvSpPr/>
          <p:nvPr/>
        </p:nvSpPr>
        <p:spPr>
          <a:xfrm>
            <a:off x="4750594" y="3803600"/>
            <a:ext cx="3821906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666666"/>
                </a:solidFill>
              </a:rPr>
              <a:t>争议处理与责任划分框架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28625" y="4221226"/>
            <a:ext cx="8286750" cy="485775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3"/>
          <p:cNvSpPr/>
          <p:nvPr/>
        </p:nvSpPr>
        <p:spPr>
          <a:xfrm>
            <a:off x="642938" y="4405177"/>
            <a:ext cx="542953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kern="0" spc="1" dirty="0">
                <a:solidFill>
                  <a:srgbClr val="FF4500"/>
                </a:solidFill>
              </a:rPr>
              <a:t>核心要求</a:t>
            </a:r>
            <a:endParaRPr lang="en-US" sz="885" dirty="0"/>
          </a:p>
        </p:txBody>
      </p:sp>
      <p:sp>
        <p:nvSpPr>
          <p:cNvPr id="27" name="Text 24"/>
          <p:cNvSpPr/>
          <p:nvPr/>
        </p:nvSpPr>
        <p:spPr>
          <a:xfrm>
            <a:off x="1393031" y="4406596"/>
            <a:ext cx="642937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在不牺牲转化率的前提下，建立可验证授权、可控支付凭证、可审计证据链与可落地的风险治理框架。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12858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1"/>
          <p:cNvSpPr/>
          <p:nvPr/>
        </p:nvSpPr>
        <p:spPr>
          <a:xfrm>
            <a:off x="0" y="1257300"/>
            <a:ext cx="9144000" cy="28575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428625" y="428625"/>
            <a:ext cx="8286750" cy="4357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kern="0" spc="-1" dirty="0">
                <a:solidFill>
                  <a:srgbClr val="000000"/>
                </a:solidFill>
              </a:rPr>
              <a:t>PSP 与收单机构的关键机会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428625" y="935831"/>
            <a:ext cx="8286750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666666"/>
                </a:solidFill>
              </a:rPr>
              <a:t>成为 Agentic 交易的默认执行层</a:t>
            </a:r>
            <a:endParaRPr lang="en-US" sz="1269" dirty="0"/>
          </a:p>
        </p:txBody>
      </p:sp>
      <p:sp>
        <p:nvSpPr>
          <p:cNvPr id="8" name="Shape 5"/>
          <p:cNvSpPr/>
          <p:nvPr/>
        </p:nvSpPr>
        <p:spPr>
          <a:xfrm>
            <a:off x="3193256" y="1257300"/>
            <a:ext cx="7144" cy="3886200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214313" y="1471613"/>
            <a:ext cx="2771775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kern="0" spc="2" dirty="0">
                <a:solidFill>
                  <a:srgbClr val="FF4500"/>
                </a:solidFill>
              </a:rPr>
              <a:t>为什么至关重要？</a:t>
            </a:r>
            <a:endParaRPr lang="en-US" sz="784" dirty="0"/>
          </a:p>
        </p:txBody>
      </p:sp>
      <p:sp>
        <p:nvSpPr>
          <p:cNvPr id="10" name="Text 7"/>
          <p:cNvSpPr/>
          <p:nvPr/>
        </p:nvSpPr>
        <p:spPr>
          <a:xfrm>
            <a:off x="214313" y="1721644"/>
            <a:ext cx="2771775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93" b="1" dirty="0">
                <a:solidFill>
                  <a:srgbClr val="333333"/>
                </a:solidFill>
              </a:rPr>
              <a:t>支付机构处于生态链路的核心枢纽位置</a:t>
            </a:r>
            <a:endParaRPr lang="en-US" sz="1193" dirty="0"/>
          </a:p>
        </p:txBody>
      </p:sp>
      <p:sp>
        <p:nvSpPr>
          <p:cNvPr id="11" name="Text 8"/>
          <p:cNvSpPr/>
          <p:nvPr/>
        </p:nvSpPr>
        <p:spPr>
          <a:xfrm>
            <a:off x="214313" y="2287395"/>
            <a:ext cx="2771775" cy="189309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666666"/>
                </a:solidFill>
              </a:rPr>
              <a:t>连接商户与卡组织/发卡行</a:t>
            </a:r>
            <a:endParaRPr lang="en-US" sz="942" dirty="0"/>
          </a:p>
        </p:txBody>
      </p:sp>
      <p:sp>
        <p:nvSpPr>
          <p:cNvPr id="12" name="Text 9"/>
          <p:cNvSpPr/>
          <p:nvPr/>
        </p:nvSpPr>
        <p:spPr>
          <a:xfrm>
            <a:off x="214313" y="2533855"/>
            <a:ext cx="2771775" cy="189309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666666"/>
                </a:solidFill>
              </a:rPr>
              <a:t>承担交易处理与风控策略</a:t>
            </a:r>
            <a:endParaRPr lang="en-US" sz="942" dirty="0"/>
          </a:p>
        </p:txBody>
      </p:sp>
      <p:sp>
        <p:nvSpPr>
          <p:cNvPr id="13" name="Text 10"/>
          <p:cNvSpPr/>
          <p:nvPr/>
        </p:nvSpPr>
        <p:spPr>
          <a:xfrm>
            <a:off x="214313" y="2780314"/>
            <a:ext cx="2771775" cy="189309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666666"/>
                </a:solidFill>
              </a:rPr>
              <a:t>负责争议处理与审计存证</a:t>
            </a:r>
            <a:endParaRPr lang="en-US" sz="942" dirty="0"/>
          </a:p>
        </p:txBody>
      </p:sp>
      <p:sp>
        <p:nvSpPr>
          <p:cNvPr id="14" name="Shape 11"/>
          <p:cNvSpPr/>
          <p:nvPr/>
        </p:nvSpPr>
        <p:spPr>
          <a:xfrm>
            <a:off x="3200400" y="1271587"/>
            <a:ext cx="5943600" cy="3443288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2"/>
          <p:cNvSpPr/>
          <p:nvPr/>
        </p:nvSpPr>
        <p:spPr>
          <a:xfrm>
            <a:off x="3414713" y="1471613"/>
            <a:ext cx="5514975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kern="0" spc="2" dirty="0">
                <a:solidFill>
                  <a:srgbClr val="FF4500"/>
                </a:solidFill>
              </a:rPr>
              <a:t>战略机会</a:t>
            </a:r>
            <a:endParaRPr lang="en-US" sz="784" dirty="0"/>
          </a:p>
        </p:txBody>
      </p:sp>
      <p:sp>
        <p:nvSpPr>
          <p:cNvPr id="16" name="Text 13"/>
          <p:cNvSpPr/>
          <p:nvPr/>
        </p:nvSpPr>
        <p:spPr>
          <a:xfrm>
            <a:off x="3414713" y="1721644"/>
            <a:ext cx="5514975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</a:rPr>
              <a:t>率先建立 "Agent-ready" 能力，
</a:t>
            </a:r>
            <a:r>
              <a:rPr lang="en-US" sz="2436" b="1" dirty="0">
                <a:solidFill>
                  <a:srgbClr val="FF4500"/>
                </a:solidFill>
              </a:rPr>
              <a:t>抢占新入口增长红利</a:t>
            </a:r>
            <a:endParaRPr lang="en-US" sz="2436" dirty="0"/>
          </a:p>
        </p:txBody>
      </p:sp>
      <p:sp>
        <p:nvSpPr>
          <p:cNvPr id="17" name="Text 14"/>
          <p:cNvSpPr/>
          <p:nvPr/>
        </p:nvSpPr>
        <p:spPr>
          <a:xfrm>
            <a:off x="3414713" y="2630295"/>
            <a:ext cx="5514975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FFFFFF"/>
                </a:solidFill>
              </a:rPr>
              <a:t>成为 Agentic 交易的默认执行层</a:t>
            </a:r>
            <a:endParaRPr lang="en-US" sz="1269" dirty="0"/>
          </a:p>
        </p:txBody>
      </p:sp>
      <p:sp>
        <p:nvSpPr>
          <p:cNvPr id="18" name="Text 15"/>
          <p:cNvSpPr/>
          <p:nvPr/>
        </p:nvSpPr>
        <p:spPr>
          <a:xfrm>
            <a:off x="3414713" y="2966052"/>
            <a:ext cx="5514975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FFFFFF"/>
                </a:solidFill>
              </a:rPr>
              <a:t>在标准与规则演进中获得话语权</a:t>
            </a:r>
            <a:endParaRPr lang="en-US" sz="1269" dirty="0"/>
          </a:p>
        </p:txBody>
      </p:sp>
      <p:sp>
        <p:nvSpPr>
          <p:cNvPr id="19" name="Text 16"/>
          <p:cNvSpPr/>
          <p:nvPr/>
        </p:nvSpPr>
        <p:spPr>
          <a:xfrm>
            <a:off x="3450431" y="3464328"/>
            <a:ext cx="5514975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kern="0" spc="1" dirty="0">
                <a:solidFill>
                  <a:srgbClr val="999999"/>
                </a:solidFill>
              </a:rPr>
              <a:t>核心能力要求</a:t>
            </a:r>
            <a:endParaRPr lang="en-US" sz="727" dirty="0"/>
          </a:p>
        </p:txBody>
      </p:sp>
      <p:sp>
        <p:nvSpPr>
          <p:cNvPr id="20" name="Text 17"/>
          <p:cNvSpPr/>
          <p:nvPr/>
        </p:nvSpPr>
        <p:spPr>
          <a:xfrm>
            <a:off x="3450430" y="3732696"/>
            <a:ext cx="2721769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授权验证</a:t>
            </a:r>
            <a:endParaRPr lang="en-US" sz="885" dirty="0"/>
          </a:p>
        </p:txBody>
      </p:sp>
      <p:sp>
        <p:nvSpPr>
          <p:cNvPr id="21" name="Text 18"/>
          <p:cNvSpPr/>
          <p:nvPr/>
        </p:nvSpPr>
        <p:spPr>
          <a:xfrm>
            <a:off x="6158462" y="3750316"/>
            <a:ext cx="2721769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受限支付凭证</a:t>
            </a:r>
            <a:endParaRPr lang="en-US" sz="885" dirty="0"/>
          </a:p>
        </p:txBody>
      </p:sp>
      <p:sp>
        <p:nvSpPr>
          <p:cNvPr id="22" name="Text 19"/>
          <p:cNvSpPr/>
          <p:nvPr/>
        </p:nvSpPr>
        <p:spPr>
          <a:xfrm>
            <a:off x="3450429" y="4018360"/>
            <a:ext cx="2721769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交易审计</a:t>
            </a:r>
            <a:endParaRPr lang="en-US" sz="885" dirty="0"/>
          </a:p>
        </p:txBody>
      </p:sp>
      <p:sp>
        <p:nvSpPr>
          <p:cNvPr id="23" name="Text 20"/>
          <p:cNvSpPr/>
          <p:nvPr/>
        </p:nvSpPr>
        <p:spPr>
          <a:xfrm>
            <a:off x="6158462" y="3997951"/>
            <a:ext cx="2721769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争议治理框架</a:t>
            </a:r>
            <a:endParaRPr lang="en-US" sz="88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28625" y="428625"/>
            <a:ext cx="8286750" cy="4982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kern="0" spc="-1" dirty="0">
                <a:solidFill>
                  <a:srgbClr val="000000"/>
                </a:solidFill>
              </a:rPr>
              <a:t>本最佳实践的目标与定位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428625" y="998339"/>
            <a:ext cx="8286750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666666"/>
                </a:solidFill>
              </a:rPr>
              <a:t>帮助 PSP 与收单机构建立共同语言与落地路径</a:t>
            </a:r>
            <a:endParaRPr lang="en-US" sz="1269" dirty="0"/>
          </a:p>
        </p:txBody>
      </p:sp>
      <p:sp>
        <p:nvSpPr>
          <p:cNvPr id="5" name="Shape 2"/>
          <p:cNvSpPr/>
          <p:nvPr/>
        </p:nvSpPr>
        <p:spPr>
          <a:xfrm>
            <a:off x="428625" y="1391246"/>
            <a:ext cx="3314700" cy="3278032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3"/>
          <p:cNvSpPr/>
          <p:nvPr/>
        </p:nvSpPr>
        <p:spPr>
          <a:xfrm>
            <a:off x="428625" y="1391245"/>
            <a:ext cx="3314700" cy="57150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4"/>
          <p:cNvSpPr/>
          <p:nvPr/>
        </p:nvSpPr>
        <p:spPr>
          <a:xfrm>
            <a:off x="571500" y="1534120"/>
            <a:ext cx="3028950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kern="0" spc="1" dirty="0">
                <a:solidFill>
                  <a:srgbClr val="FF4500"/>
                </a:solidFill>
              </a:rPr>
              <a:t>核心目标</a:t>
            </a:r>
            <a:endParaRPr lang="en-US" sz="1397" dirty="0"/>
          </a:p>
        </p:txBody>
      </p:sp>
      <p:sp>
        <p:nvSpPr>
          <p:cNvPr id="8" name="Text 5"/>
          <p:cNvSpPr/>
          <p:nvPr/>
        </p:nvSpPr>
        <p:spPr>
          <a:xfrm>
            <a:off x="571500" y="1909167"/>
            <a:ext cx="3028950" cy="228600"/>
          </a:xfrm>
          <a:prstGeom prst="rect">
            <a:avLst/>
          </a:prstGeom>
          <a:noFill/>
          <a:ln/>
        </p:spPr>
        <p:txBody>
          <a:bodyPr wrap="none" lIns="212598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建立对 Agentic 电商支付领域的</a:t>
            </a:r>
            <a:r>
              <a:rPr lang="en-US" sz="987" b="1" dirty="0">
                <a:solidFill>
                  <a:srgbClr val="FFFFFF"/>
                </a:solidFill>
              </a:rPr>
              <a:t>共同语言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71500" y="2223492"/>
            <a:ext cx="3028950" cy="228600"/>
          </a:xfrm>
          <a:prstGeom prst="rect">
            <a:avLst/>
          </a:prstGeom>
          <a:noFill/>
          <a:ln/>
        </p:spPr>
        <p:txBody>
          <a:bodyPr wrap="none" lIns="212598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提供</a:t>
            </a:r>
            <a:r>
              <a:rPr lang="en-US" sz="987" b="1" dirty="0">
                <a:solidFill>
                  <a:srgbClr val="FFFFFF"/>
                </a:solidFill>
              </a:rPr>
              <a:t>可执行</a:t>
            </a:r>
            <a:r>
              <a:rPr lang="en-US" sz="1050" dirty="0">
                <a:solidFill>
                  <a:srgbClr val="FFFFFF"/>
                </a:solidFill>
              </a:rPr>
              <a:t>的实践建议，助力早期试点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71500" y="2537817"/>
            <a:ext cx="3028950" cy="457200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明确对支付产品、风控与争议处理的</a:t>
            </a:r>
            <a:r>
              <a:rPr lang="en-US" sz="987" b="1" dirty="0">
                <a:solidFill>
                  <a:srgbClr val="FFFFFF"/>
                </a:solidFill>
              </a:rPr>
              <a:t>具体影响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71500" y="1909167"/>
            <a:ext cx="14287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FF4500"/>
                </a:solidFill>
              </a:rPr>
              <a:t>→</a:t>
            </a:r>
            <a:endParaRPr lang="en-US" sz="987" dirty="0"/>
          </a:p>
        </p:txBody>
      </p:sp>
      <p:sp>
        <p:nvSpPr>
          <p:cNvPr id="12" name="Text 9"/>
          <p:cNvSpPr/>
          <p:nvPr/>
        </p:nvSpPr>
        <p:spPr>
          <a:xfrm>
            <a:off x="571500" y="2223492"/>
            <a:ext cx="14287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FF4500"/>
                </a:solidFill>
              </a:rPr>
              <a:t>→</a:t>
            </a:r>
            <a:endParaRPr lang="en-US" sz="987" dirty="0"/>
          </a:p>
        </p:txBody>
      </p:sp>
      <p:sp>
        <p:nvSpPr>
          <p:cNvPr id="13" name="Text 10"/>
          <p:cNvSpPr/>
          <p:nvPr/>
        </p:nvSpPr>
        <p:spPr>
          <a:xfrm>
            <a:off x="571500" y="2537817"/>
            <a:ext cx="14287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FF4500"/>
                </a:solidFill>
              </a:rPr>
              <a:t>→</a:t>
            </a:r>
            <a:endParaRPr lang="en-US" sz="987" dirty="0"/>
          </a:p>
        </p:txBody>
      </p:sp>
      <p:sp>
        <p:nvSpPr>
          <p:cNvPr id="14" name="Shape 11"/>
          <p:cNvSpPr/>
          <p:nvPr/>
        </p:nvSpPr>
        <p:spPr>
          <a:xfrm>
            <a:off x="4029075" y="1391245"/>
            <a:ext cx="4686300" cy="164752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2"/>
          <p:cNvSpPr/>
          <p:nvPr/>
        </p:nvSpPr>
        <p:spPr>
          <a:xfrm>
            <a:off x="4029075" y="1391245"/>
            <a:ext cx="28575" cy="1647527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3"/>
          <p:cNvSpPr/>
          <p:nvPr/>
        </p:nvSpPr>
        <p:spPr>
          <a:xfrm>
            <a:off x="4171950" y="1555998"/>
            <a:ext cx="4400550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kern="0" spc="1" dirty="0">
                <a:solidFill>
                  <a:srgbClr val="000000"/>
                </a:solidFill>
              </a:rPr>
              <a:t>内容定位</a:t>
            </a:r>
            <a:endParaRPr lang="en-US" sz="1397" dirty="0"/>
          </a:p>
        </p:txBody>
      </p:sp>
      <p:sp>
        <p:nvSpPr>
          <p:cNvPr id="17" name="Text 14"/>
          <p:cNvSpPr/>
          <p:nvPr/>
        </p:nvSpPr>
        <p:spPr>
          <a:xfrm>
            <a:off x="4171950" y="1931045"/>
            <a:ext cx="4400550" cy="228600"/>
          </a:xfrm>
          <a:prstGeom prst="rect">
            <a:avLst/>
          </a:prstGeom>
          <a:noFill/>
          <a:ln/>
        </p:spPr>
        <p:txBody>
          <a:bodyPr wrap="none" lIns="212598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000000"/>
                </a:solidFill>
              </a:rPr>
              <a:t>聚焦</a:t>
            </a:r>
            <a:r>
              <a:rPr lang="en-US" sz="987" b="1" dirty="0">
                <a:solidFill>
                  <a:srgbClr val="000000"/>
                </a:solidFill>
              </a:rPr>
              <a:t>"可复制、可落地"</a:t>
            </a:r>
            <a:r>
              <a:rPr lang="en-US" sz="1050" dirty="0">
                <a:solidFill>
                  <a:srgbClr val="000000"/>
                </a:solidFill>
              </a:rPr>
              <a:t>的业务最佳实践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171950" y="2245370"/>
            <a:ext cx="4400550" cy="228600"/>
          </a:xfrm>
          <a:prstGeom prst="rect">
            <a:avLst/>
          </a:prstGeom>
          <a:noFill/>
          <a:ln/>
        </p:spPr>
        <p:txBody>
          <a:bodyPr wrap="none" lIns="212598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000000"/>
                </a:solidFill>
              </a:rPr>
              <a:t>不涉及复杂技术细节，关注业务逻辑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171950" y="2559695"/>
            <a:ext cx="4400550" cy="228600"/>
          </a:xfrm>
          <a:prstGeom prst="rect">
            <a:avLst/>
          </a:prstGeom>
          <a:noFill/>
          <a:ln/>
        </p:spPr>
        <p:txBody>
          <a:bodyPr wrap="none" lIns="212598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000000"/>
                </a:solidFill>
              </a:rPr>
              <a:t>帮助支付机构在生态协作中</a:t>
            </a:r>
            <a:r>
              <a:rPr lang="en-US" sz="987" b="1" dirty="0">
                <a:solidFill>
                  <a:srgbClr val="000000"/>
                </a:solidFill>
              </a:rPr>
              <a:t>提前布局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029075" y="3210223"/>
            <a:ext cx="4686300" cy="164752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8"/>
          <p:cNvSpPr/>
          <p:nvPr/>
        </p:nvSpPr>
        <p:spPr>
          <a:xfrm>
            <a:off x="4029075" y="3210223"/>
            <a:ext cx="28575" cy="1647527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19"/>
          <p:cNvSpPr/>
          <p:nvPr/>
        </p:nvSpPr>
        <p:spPr>
          <a:xfrm>
            <a:off x="4171950" y="1931045"/>
            <a:ext cx="14287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000000"/>
                </a:solidFill>
              </a:rPr>
              <a:t>→</a:t>
            </a:r>
            <a:endParaRPr lang="en-US" sz="987" dirty="0"/>
          </a:p>
        </p:txBody>
      </p:sp>
      <p:sp>
        <p:nvSpPr>
          <p:cNvPr id="23" name="Text 20"/>
          <p:cNvSpPr/>
          <p:nvPr/>
        </p:nvSpPr>
        <p:spPr>
          <a:xfrm>
            <a:off x="4171950" y="2245370"/>
            <a:ext cx="14287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000000"/>
                </a:solidFill>
              </a:rPr>
              <a:t>→</a:t>
            </a:r>
            <a:endParaRPr lang="en-US" sz="987" dirty="0"/>
          </a:p>
        </p:txBody>
      </p:sp>
      <p:sp>
        <p:nvSpPr>
          <p:cNvPr id="24" name="Text 21"/>
          <p:cNvSpPr/>
          <p:nvPr/>
        </p:nvSpPr>
        <p:spPr>
          <a:xfrm>
            <a:off x="4171950" y="2559695"/>
            <a:ext cx="14287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000000"/>
                </a:solidFill>
              </a:rPr>
              <a:t>→</a:t>
            </a:r>
            <a:endParaRPr lang="en-US" sz="987" dirty="0"/>
          </a:p>
        </p:txBody>
      </p:sp>
      <p:sp>
        <p:nvSpPr>
          <p:cNvPr id="25" name="Text 22"/>
          <p:cNvSpPr/>
          <p:nvPr/>
        </p:nvSpPr>
        <p:spPr>
          <a:xfrm>
            <a:off x="4171950" y="3532138"/>
            <a:ext cx="4400550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kern="0" spc="1" dirty="0">
                <a:solidFill>
                  <a:srgbClr val="000000"/>
                </a:solidFill>
              </a:rPr>
              <a:t>适用场景</a:t>
            </a:r>
            <a:endParaRPr lang="en-US" sz="1397" dirty="0"/>
          </a:p>
        </p:txBody>
      </p:sp>
      <p:sp>
        <p:nvSpPr>
          <p:cNvPr id="26" name="Text 23"/>
          <p:cNvSpPr/>
          <p:nvPr/>
        </p:nvSpPr>
        <p:spPr>
          <a:xfrm>
            <a:off x="4171950" y="3907185"/>
            <a:ext cx="4400550" cy="228600"/>
          </a:xfrm>
          <a:prstGeom prst="rect">
            <a:avLst/>
          </a:prstGeom>
          <a:noFill/>
          <a:ln/>
        </p:spPr>
        <p:txBody>
          <a:bodyPr wrap="none" lIns="212598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000000"/>
                </a:solidFill>
              </a:rPr>
              <a:t>电商交易场景的 Agentic 支付试点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4171950" y="4221510"/>
            <a:ext cx="4400550" cy="228600"/>
          </a:xfrm>
          <a:prstGeom prst="rect">
            <a:avLst/>
          </a:prstGeom>
          <a:noFill/>
          <a:ln/>
        </p:spPr>
        <p:txBody>
          <a:bodyPr wrap="none" lIns="212598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000000"/>
                </a:solidFill>
              </a:rPr>
              <a:t>从试点走向</a:t>
            </a:r>
            <a:r>
              <a:rPr lang="en-US" sz="987" b="1" dirty="0">
                <a:solidFill>
                  <a:srgbClr val="000000"/>
                </a:solidFill>
              </a:rPr>
              <a:t>规模化落地</a:t>
            </a:r>
            <a:r>
              <a:rPr lang="en-US" sz="1050" dirty="0">
                <a:solidFill>
                  <a:srgbClr val="000000"/>
                </a:solidFill>
              </a:rPr>
              <a:t>的运营阶段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4171950" y="3907185"/>
            <a:ext cx="14287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000000"/>
                </a:solidFill>
              </a:rPr>
              <a:t>→</a:t>
            </a:r>
            <a:endParaRPr lang="en-US" sz="987" dirty="0"/>
          </a:p>
        </p:txBody>
      </p:sp>
      <p:sp>
        <p:nvSpPr>
          <p:cNvPr id="29" name="Text 26"/>
          <p:cNvSpPr/>
          <p:nvPr/>
        </p:nvSpPr>
        <p:spPr>
          <a:xfrm>
            <a:off x="4171950" y="4221510"/>
            <a:ext cx="14287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000000"/>
                </a:solidFill>
              </a:rPr>
              <a:t>→</a:t>
            </a:r>
            <a:endParaRPr lang="en-US" sz="987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14375" y="642938"/>
            <a:ext cx="1867050" cy="1467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800"/>
              </a:lnSpc>
              <a:buNone/>
            </a:pPr>
            <a:r>
              <a:rPr lang="en-US" sz="12436" b="1" kern="0" spc="-8" dirty="0"/>
              <a:t>02</a:t>
            </a:r>
            <a:endParaRPr lang="en-US" sz="12436" dirty="0"/>
          </a:p>
        </p:txBody>
      </p:sp>
      <p:sp>
        <p:nvSpPr>
          <p:cNvPr id="4" name="Shape 1"/>
          <p:cNvSpPr/>
          <p:nvPr/>
        </p:nvSpPr>
        <p:spPr>
          <a:xfrm>
            <a:off x="714375" y="2300288"/>
            <a:ext cx="7715250" cy="220027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2"/>
          <p:cNvSpPr/>
          <p:nvPr/>
        </p:nvSpPr>
        <p:spPr>
          <a:xfrm>
            <a:off x="714375" y="2300288"/>
            <a:ext cx="85725" cy="22002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1143000" y="2300288"/>
            <a:ext cx="7286625" cy="6239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145" b="1" kern="0" spc="-2" dirty="0">
                <a:solidFill>
                  <a:srgbClr val="FFFFFF"/>
                </a:solidFill>
              </a:rPr>
              <a:t>Business Background</a:t>
            </a:r>
            <a:endParaRPr lang="en-US" sz="4145" dirty="0"/>
          </a:p>
        </p:txBody>
      </p:sp>
      <p:sp>
        <p:nvSpPr>
          <p:cNvPr id="7" name="Text 4"/>
          <p:cNvSpPr/>
          <p:nvPr/>
        </p:nvSpPr>
        <p:spPr>
          <a:xfrm>
            <a:off x="1143000" y="3700463"/>
            <a:ext cx="7286625" cy="379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145" dirty="0">
                <a:solidFill>
                  <a:srgbClr val="CCCCCC"/>
                </a:solidFill>
              </a:rPr>
              <a:t>为什么 Agentic E-Commerce Payment 会发生</a:t>
            </a:r>
            <a:endParaRPr lang="en-US" sz="214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428625" y="1328738"/>
            <a:ext cx="8286750" cy="14288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428625" y="428625"/>
            <a:ext cx="8286750" cy="4357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kern="0" spc="-1" dirty="0">
                <a:solidFill>
                  <a:srgbClr val="000000"/>
                </a:solidFill>
              </a:rPr>
              <a:t>行业正在从 "人驱动交易" 走向 "意图驱动交易"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428625" y="935831"/>
            <a:ext cx="3924151" cy="1965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 err="1">
                <a:solidFill>
                  <a:srgbClr val="666666"/>
                </a:solidFill>
              </a:rPr>
              <a:t>电商交易结构性迁移：消费者角色从执行者转向授权者</a:t>
            </a:r>
            <a:endParaRPr lang="en-US" sz="1269" dirty="0"/>
          </a:p>
        </p:txBody>
      </p:sp>
      <p:sp>
        <p:nvSpPr>
          <p:cNvPr id="7" name="Shape 4"/>
          <p:cNvSpPr/>
          <p:nvPr/>
        </p:nvSpPr>
        <p:spPr>
          <a:xfrm>
            <a:off x="428625" y="1614488"/>
            <a:ext cx="4000500" cy="2393156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642938" y="1828800"/>
            <a:ext cx="3571875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kern="0" spc="1" dirty="0">
                <a:solidFill>
                  <a:srgbClr val="666666"/>
                </a:solidFill>
              </a:rPr>
              <a:t>传统模式：人驱动</a:t>
            </a:r>
            <a:endParaRPr lang="en-US" sz="1397" dirty="0"/>
          </a:p>
        </p:txBody>
      </p:sp>
      <p:sp>
        <p:nvSpPr>
          <p:cNvPr id="9" name="Text 6"/>
          <p:cNvSpPr/>
          <p:nvPr/>
        </p:nvSpPr>
        <p:spPr>
          <a:xfrm>
            <a:off x="642938" y="2260997"/>
            <a:ext cx="5374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666666"/>
                </a:solidFill>
              </a:rPr>
              <a:t>•</a:t>
            </a:r>
            <a:endParaRPr lang="en-US" sz="987" dirty="0"/>
          </a:p>
        </p:txBody>
      </p:sp>
      <p:sp>
        <p:nvSpPr>
          <p:cNvPr id="10" name="Text 7"/>
          <p:cNvSpPr/>
          <p:nvPr/>
        </p:nvSpPr>
        <p:spPr>
          <a:xfrm>
            <a:off x="785813" y="2262783"/>
            <a:ext cx="157162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666666"/>
                </a:solidFill>
              </a:rPr>
              <a:t>消费者亲自执行购买流程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42938" y="2568178"/>
            <a:ext cx="5374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666666"/>
                </a:solidFill>
              </a:rPr>
              <a:t>•</a:t>
            </a:r>
            <a:endParaRPr lang="en-US" sz="987" dirty="0"/>
          </a:p>
        </p:txBody>
      </p:sp>
      <p:sp>
        <p:nvSpPr>
          <p:cNvPr id="12" name="Text 9"/>
          <p:cNvSpPr/>
          <p:nvPr/>
        </p:nvSpPr>
        <p:spPr>
          <a:xfrm>
            <a:off x="785813" y="2569964"/>
            <a:ext cx="214312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666666"/>
                </a:solidFill>
              </a:rPr>
              <a:t>在多个页面之间浏览、对比、筛选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42938" y="2875359"/>
            <a:ext cx="5374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666666"/>
                </a:solidFill>
              </a:rPr>
              <a:t>•</a:t>
            </a:r>
            <a:endParaRPr lang="en-US" sz="987" dirty="0"/>
          </a:p>
        </p:txBody>
      </p:sp>
      <p:sp>
        <p:nvSpPr>
          <p:cNvPr id="14" name="Text 11"/>
          <p:cNvSpPr/>
          <p:nvPr/>
        </p:nvSpPr>
        <p:spPr>
          <a:xfrm>
            <a:off x="785813" y="2877145"/>
            <a:ext cx="157162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666666"/>
                </a:solidFill>
              </a:rPr>
              <a:t>手工填写表单、确认订单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714875" y="1614488"/>
            <a:ext cx="4000500" cy="23931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3"/>
          <p:cNvSpPr/>
          <p:nvPr/>
        </p:nvSpPr>
        <p:spPr>
          <a:xfrm>
            <a:off x="4714875" y="1614488"/>
            <a:ext cx="4000500" cy="57150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4"/>
          <p:cNvSpPr/>
          <p:nvPr/>
        </p:nvSpPr>
        <p:spPr>
          <a:xfrm>
            <a:off x="4929188" y="1828800"/>
            <a:ext cx="3571875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kern="0" spc="1" dirty="0">
                <a:solidFill>
                  <a:srgbClr val="000000"/>
                </a:solidFill>
              </a:rPr>
              <a:t>Agentic 模式：意图驱动</a:t>
            </a:r>
            <a:endParaRPr lang="en-US" sz="1397" dirty="0"/>
          </a:p>
        </p:txBody>
      </p:sp>
      <p:sp>
        <p:nvSpPr>
          <p:cNvPr id="18" name="Text 15"/>
          <p:cNvSpPr/>
          <p:nvPr/>
        </p:nvSpPr>
        <p:spPr>
          <a:xfrm>
            <a:off x="4929188" y="2260997"/>
            <a:ext cx="5374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333333"/>
                </a:solidFill>
              </a:rPr>
              <a:t>•</a:t>
            </a:r>
            <a:endParaRPr lang="en-US" sz="987" dirty="0"/>
          </a:p>
        </p:txBody>
      </p:sp>
      <p:sp>
        <p:nvSpPr>
          <p:cNvPr id="19" name="Text 16"/>
          <p:cNvSpPr/>
          <p:nvPr/>
        </p:nvSpPr>
        <p:spPr>
          <a:xfrm>
            <a:off x="5072063" y="2262783"/>
            <a:ext cx="200025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消费者表达意图并授权代理执行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4929188" y="2568178"/>
            <a:ext cx="5374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333333"/>
                </a:solidFill>
              </a:rPr>
              <a:t>•</a:t>
            </a:r>
            <a:endParaRPr lang="en-US" sz="987" dirty="0"/>
          </a:p>
        </p:txBody>
      </p:sp>
      <p:sp>
        <p:nvSpPr>
          <p:cNvPr id="21" name="Text 18"/>
          <p:cNvSpPr/>
          <p:nvPr/>
        </p:nvSpPr>
        <p:spPr>
          <a:xfrm>
            <a:off x="5072063" y="2569964"/>
            <a:ext cx="304254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AI Agent 在后台完成商品发现、决策与交易执行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4929188" y="3218259"/>
            <a:ext cx="3571875" cy="575072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0"/>
          <p:cNvSpPr/>
          <p:nvPr/>
        </p:nvSpPr>
        <p:spPr>
          <a:xfrm>
            <a:off x="4929188" y="3218259"/>
            <a:ext cx="28575" cy="575072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1"/>
          <p:cNvSpPr/>
          <p:nvPr/>
        </p:nvSpPr>
        <p:spPr>
          <a:xfrm>
            <a:off x="5036344" y="3325416"/>
            <a:ext cx="335756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4500"/>
                </a:solidFill>
              </a:rPr>
              <a:t>Example</a:t>
            </a:r>
            <a:endParaRPr lang="en-US" sz="683" dirty="0"/>
          </a:p>
        </p:txBody>
      </p:sp>
      <p:sp>
        <p:nvSpPr>
          <p:cNvPr id="25" name="Text 22"/>
          <p:cNvSpPr/>
          <p:nvPr/>
        </p:nvSpPr>
        <p:spPr>
          <a:xfrm>
            <a:off x="5036344" y="3496866"/>
            <a:ext cx="3357563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i="1" dirty="0">
                <a:solidFill>
                  <a:srgbClr val="333333"/>
                </a:solidFill>
              </a:rPr>
              <a:t>"帮我买最便宜且两天内送达的同款产品"</a:t>
            </a:r>
            <a:endParaRPr lang="en-US" sz="942" dirty="0"/>
          </a:p>
        </p:txBody>
      </p:sp>
      <p:sp>
        <p:nvSpPr>
          <p:cNvPr id="26" name="Shape 23"/>
          <p:cNvSpPr/>
          <p:nvPr/>
        </p:nvSpPr>
        <p:spPr>
          <a:xfrm>
            <a:off x="428625" y="4221956"/>
            <a:ext cx="8286750" cy="492919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4"/>
          <p:cNvSpPr/>
          <p:nvPr/>
        </p:nvSpPr>
        <p:spPr>
          <a:xfrm>
            <a:off x="571500" y="4373761"/>
            <a:ext cx="514378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4500"/>
                </a:solidFill>
              </a:rPr>
              <a:t>核心变化</a:t>
            </a:r>
            <a:endParaRPr lang="en-US" sz="885" dirty="0"/>
          </a:p>
        </p:txBody>
      </p:sp>
      <p:sp>
        <p:nvSpPr>
          <p:cNvPr id="28" name="Text 25"/>
          <p:cNvSpPr/>
          <p:nvPr/>
        </p:nvSpPr>
        <p:spPr>
          <a:xfrm>
            <a:off x="1228753" y="4364831"/>
            <a:ext cx="6060774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控制点从 Checkout 页面前移到 "意图表达与授权"；支付从 "页面行为触发" 转向 "任务流触发"。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428625" y="428625"/>
            <a:ext cx="8286750" cy="4357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kern="0" spc="-1" dirty="0">
                <a:solidFill>
                  <a:srgbClr val="000000"/>
                </a:solidFill>
              </a:rPr>
              <a:t>AI Assistant 正在成为新的消费入口</a:t>
            </a:r>
            <a:endParaRPr lang="en-US" sz="2121" dirty="0"/>
          </a:p>
        </p:txBody>
      </p:sp>
      <p:sp>
        <p:nvSpPr>
          <p:cNvPr id="5" name="Text 2"/>
          <p:cNvSpPr/>
          <p:nvPr/>
        </p:nvSpPr>
        <p:spPr>
          <a:xfrm>
            <a:off x="428625" y="935831"/>
            <a:ext cx="8286750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666666"/>
                </a:solidFill>
              </a:rPr>
              <a:t>从 "信息工具" 升级为 "任务代理"</a:t>
            </a:r>
            <a:endParaRPr lang="en-US" sz="1269" dirty="0"/>
          </a:p>
        </p:txBody>
      </p:sp>
      <p:sp>
        <p:nvSpPr>
          <p:cNvPr id="7" name="Shape 4"/>
          <p:cNvSpPr/>
          <p:nvPr/>
        </p:nvSpPr>
        <p:spPr>
          <a:xfrm>
            <a:off x="3650456" y="1471613"/>
            <a:ext cx="7144" cy="3671888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428624" y="1794868"/>
            <a:ext cx="2937145" cy="147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b="1" kern="0" spc="2" dirty="0">
                <a:solidFill>
                  <a:srgbClr val="FF4500"/>
                </a:solidFill>
              </a:rPr>
              <a:t>趋势观察</a:t>
            </a: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428625" y="2259211"/>
            <a:ext cx="2800350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999999"/>
                </a:solidFill>
              </a:rPr>
              <a:t>信息工具</a:t>
            </a:r>
            <a:endParaRPr lang="en-US" sz="1602" dirty="0"/>
          </a:p>
        </p:txBody>
      </p:sp>
      <p:sp>
        <p:nvSpPr>
          <p:cNvPr id="10" name="Text 7"/>
          <p:cNvSpPr/>
          <p:nvPr/>
        </p:nvSpPr>
        <p:spPr>
          <a:xfrm>
            <a:off x="688029" y="2662833"/>
            <a:ext cx="2800350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4500"/>
                </a:solidFill>
              </a:rPr>
              <a:t>↓</a:t>
            </a:r>
            <a:endParaRPr lang="en-US" sz="1602" dirty="0"/>
          </a:p>
        </p:txBody>
      </p:sp>
      <p:sp>
        <p:nvSpPr>
          <p:cNvPr id="11" name="Text 8"/>
          <p:cNvSpPr/>
          <p:nvPr/>
        </p:nvSpPr>
        <p:spPr>
          <a:xfrm>
            <a:off x="428625" y="3066455"/>
            <a:ext cx="2800350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16" b="1" dirty="0">
                <a:solidFill>
                  <a:srgbClr val="000000"/>
                </a:solidFill>
              </a:rPr>
              <a:t>任务代理</a:t>
            </a:r>
            <a:endParaRPr lang="en-US" sz="2016" dirty="0"/>
          </a:p>
        </p:txBody>
      </p:sp>
      <p:sp>
        <p:nvSpPr>
          <p:cNvPr id="12" name="Text 9"/>
          <p:cNvSpPr/>
          <p:nvPr/>
        </p:nvSpPr>
        <p:spPr>
          <a:xfrm>
            <a:off x="428625" y="3623667"/>
            <a:ext cx="280035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666666"/>
                </a:solidFill>
              </a:rPr>
              <a:t>用户不再先去电商平台搜索，而是直接在 AI 对话场景中完成消费决策。</a:t>
            </a:r>
            <a:endParaRPr lang="en-US" sz="942" dirty="0"/>
          </a:p>
        </p:txBody>
      </p:sp>
      <p:sp>
        <p:nvSpPr>
          <p:cNvPr id="13" name="Shape 10"/>
          <p:cNvSpPr/>
          <p:nvPr/>
        </p:nvSpPr>
        <p:spPr>
          <a:xfrm>
            <a:off x="3657600" y="1471613"/>
            <a:ext cx="5486400" cy="3243262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1"/>
          <p:cNvSpPr/>
          <p:nvPr/>
        </p:nvSpPr>
        <p:spPr>
          <a:xfrm>
            <a:off x="4086225" y="1900238"/>
            <a:ext cx="924356" cy="14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b="1" kern="0" spc="2" dirty="0">
                <a:solidFill>
                  <a:srgbClr val="FF4500"/>
                </a:solidFill>
              </a:rPr>
              <a:t>生态影响</a:t>
            </a: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4086225" y="2259211"/>
            <a:ext cx="4629150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新的流量分发层</a:t>
            </a:r>
            <a:endParaRPr lang="en-US" sz="1193" dirty="0"/>
          </a:p>
        </p:txBody>
      </p:sp>
      <p:sp>
        <p:nvSpPr>
          <p:cNvPr id="16" name="Text 13"/>
          <p:cNvSpPr/>
          <p:nvPr/>
        </p:nvSpPr>
        <p:spPr>
          <a:xfrm>
            <a:off x="4086225" y="2580680"/>
            <a:ext cx="4629150" cy="192881"/>
          </a:xfrm>
          <a:prstGeom prst="rect">
            <a:avLst/>
          </a:prstGeom>
          <a:noFill/>
          <a:ln/>
        </p:spPr>
        <p:txBody>
          <a:bodyPr wrap="none" lIns="19558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CCCCCC"/>
                </a:solidFill>
              </a:rPr>
              <a:t>未来的增量交易流量将主要来自 AI 平台，而非商户自有站点。</a:t>
            </a:r>
            <a:endParaRPr lang="en-US" sz="942" dirty="0"/>
          </a:p>
        </p:txBody>
      </p:sp>
      <p:sp>
        <p:nvSpPr>
          <p:cNvPr id="17" name="Text 14"/>
          <p:cNvSpPr/>
          <p:nvPr/>
        </p:nvSpPr>
        <p:spPr>
          <a:xfrm>
            <a:off x="4086225" y="3059311"/>
            <a:ext cx="4629150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交易编排层</a:t>
            </a:r>
            <a:endParaRPr lang="en-US" sz="1193" dirty="0"/>
          </a:p>
        </p:txBody>
      </p:sp>
      <p:sp>
        <p:nvSpPr>
          <p:cNvPr id="18" name="Text 15"/>
          <p:cNvSpPr/>
          <p:nvPr/>
        </p:nvSpPr>
        <p:spPr>
          <a:xfrm>
            <a:off x="4086225" y="3380780"/>
            <a:ext cx="4629150" cy="192881"/>
          </a:xfrm>
          <a:prstGeom prst="rect">
            <a:avLst/>
          </a:prstGeom>
          <a:noFill/>
          <a:ln/>
        </p:spPr>
        <p:txBody>
          <a:bodyPr wrap="none" lIns="19558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CCCCCC"/>
                </a:solidFill>
              </a:rPr>
              <a:t>AI Assistant 演进为交易编排者，吸收和重组购买行为。</a:t>
            </a:r>
            <a:endParaRPr lang="en-US" sz="942" dirty="0"/>
          </a:p>
        </p:txBody>
      </p:sp>
      <p:sp>
        <p:nvSpPr>
          <p:cNvPr id="19" name="Text 16"/>
          <p:cNvSpPr/>
          <p:nvPr/>
        </p:nvSpPr>
        <p:spPr>
          <a:xfrm>
            <a:off x="4086225" y="4085699"/>
            <a:ext cx="462915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支付链路必须具备在 </a:t>
            </a:r>
            <a:r>
              <a:rPr lang="en-US" sz="987" b="1" dirty="0">
                <a:solidFill>
                  <a:srgbClr val="FF4500"/>
                </a:solidFill>
              </a:rPr>
              <a:t>"非传统 Checkout 场景"</a:t>
            </a:r>
            <a:r>
              <a:rPr lang="en-US" sz="987" b="1" dirty="0">
                <a:solidFill>
                  <a:srgbClr val="FFFFFF"/>
                </a:solidFill>
              </a:rPr>
              <a:t> 中完成交易的能力。</a:t>
            </a:r>
            <a:endParaRPr lang="en-US" sz="987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428625" y="428625"/>
            <a:ext cx="8286750" cy="84296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1"/>
          <p:cNvSpPr/>
          <p:nvPr/>
        </p:nvSpPr>
        <p:spPr>
          <a:xfrm>
            <a:off x="428625" y="1257300"/>
            <a:ext cx="8286750" cy="14288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428625" y="428625"/>
            <a:ext cx="8286750" cy="4357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kern="0" spc="-1" dirty="0">
                <a:solidFill>
                  <a:srgbClr val="000000"/>
                </a:solidFill>
              </a:rPr>
              <a:t>支付基础设施的成熟为 Agentic 支付提供了落地条件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428625" y="935831"/>
            <a:ext cx="8286750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666666"/>
                </a:solidFill>
              </a:rPr>
              <a:t>API 化、模块化的支付能力演进</a:t>
            </a:r>
            <a:endParaRPr lang="en-US" sz="1269" dirty="0"/>
          </a:p>
        </p:txBody>
      </p:sp>
      <p:sp>
        <p:nvSpPr>
          <p:cNvPr id="7" name="Text 4"/>
          <p:cNvSpPr/>
          <p:nvPr/>
        </p:nvSpPr>
        <p:spPr>
          <a:xfrm>
            <a:off x="234071" y="1575514"/>
            <a:ext cx="2686050" cy="822854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97" b="1" dirty="0">
                <a:solidFill>
                  <a:srgbClr val="000000"/>
                </a:solidFill>
              </a:rPr>
              <a:t>Agentic 支付不是从零开始，而是既有支付能力持续 API 化、模块化的自然结果。</a:t>
            </a:r>
            <a:endParaRPr lang="en-US" sz="1397" dirty="0"/>
          </a:p>
        </p:txBody>
      </p:sp>
      <p:sp>
        <p:nvSpPr>
          <p:cNvPr id="8" name="Shape 5"/>
          <p:cNvSpPr/>
          <p:nvPr/>
        </p:nvSpPr>
        <p:spPr>
          <a:xfrm>
            <a:off x="3114675" y="1328738"/>
            <a:ext cx="2757488" cy="407194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3114675" y="1328738"/>
            <a:ext cx="2757488" cy="40719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3333"/>
                </a:solidFill>
              </a:rPr>
              <a:t>Tokenization (令牌化)</a:t>
            </a:r>
            <a:endParaRPr lang="en-US" sz="987" dirty="0"/>
          </a:p>
        </p:txBody>
      </p:sp>
      <p:sp>
        <p:nvSpPr>
          <p:cNvPr id="10" name="Shape 7"/>
          <p:cNvSpPr/>
          <p:nvPr/>
        </p:nvSpPr>
        <p:spPr>
          <a:xfrm>
            <a:off x="5957888" y="1328738"/>
            <a:ext cx="2757488" cy="407194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8"/>
          <p:cNvSpPr/>
          <p:nvPr/>
        </p:nvSpPr>
        <p:spPr>
          <a:xfrm>
            <a:off x="5957888" y="1328738"/>
            <a:ext cx="2757488" cy="40719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3333"/>
                </a:solidFill>
              </a:rPr>
              <a:t>Card-on-File (保存卡信息)</a:t>
            </a:r>
            <a:endParaRPr lang="en-US" sz="987" dirty="0"/>
          </a:p>
        </p:txBody>
      </p:sp>
      <p:sp>
        <p:nvSpPr>
          <p:cNvPr id="12" name="Shape 9"/>
          <p:cNvSpPr/>
          <p:nvPr/>
        </p:nvSpPr>
        <p:spPr>
          <a:xfrm>
            <a:off x="3114675" y="1793081"/>
            <a:ext cx="2757488" cy="407194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0"/>
          <p:cNvSpPr/>
          <p:nvPr/>
        </p:nvSpPr>
        <p:spPr>
          <a:xfrm>
            <a:off x="3114675" y="1793081"/>
            <a:ext cx="2757488" cy="40719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3333"/>
                </a:solidFill>
              </a:rPr>
              <a:t>Network Token (网络令牌)</a:t>
            </a:r>
            <a:endParaRPr lang="en-US" sz="987" dirty="0"/>
          </a:p>
        </p:txBody>
      </p:sp>
      <p:sp>
        <p:nvSpPr>
          <p:cNvPr id="14" name="Shape 11"/>
          <p:cNvSpPr/>
          <p:nvPr/>
        </p:nvSpPr>
        <p:spPr>
          <a:xfrm>
            <a:off x="5957888" y="1793081"/>
            <a:ext cx="2757488" cy="407194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2"/>
          <p:cNvSpPr/>
          <p:nvPr/>
        </p:nvSpPr>
        <p:spPr>
          <a:xfrm>
            <a:off x="5957888" y="1793081"/>
            <a:ext cx="2757488" cy="40719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3333"/>
                </a:solidFill>
              </a:rPr>
              <a:t>Digital Wallets (数字钱包)</a:t>
            </a:r>
            <a:endParaRPr lang="en-US" sz="987" dirty="0"/>
          </a:p>
        </p:txBody>
      </p:sp>
      <p:sp>
        <p:nvSpPr>
          <p:cNvPr id="16" name="Shape 13"/>
          <p:cNvSpPr/>
          <p:nvPr/>
        </p:nvSpPr>
        <p:spPr>
          <a:xfrm>
            <a:off x="3114675" y="2257425"/>
            <a:ext cx="5600700" cy="407194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4"/>
          <p:cNvSpPr/>
          <p:nvPr/>
        </p:nvSpPr>
        <p:spPr>
          <a:xfrm>
            <a:off x="3114675" y="2257425"/>
            <a:ext cx="5600700" cy="40719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3333"/>
                </a:solidFill>
              </a:rPr>
              <a:t>Risk Control Services (风控服务)</a:t>
            </a:r>
            <a:endParaRPr lang="en-US" sz="987" dirty="0"/>
          </a:p>
        </p:txBody>
      </p:sp>
      <p:sp>
        <p:nvSpPr>
          <p:cNvPr id="18" name="Text 15"/>
          <p:cNvSpPr/>
          <p:nvPr/>
        </p:nvSpPr>
        <p:spPr>
          <a:xfrm>
            <a:off x="3114675" y="2707481"/>
            <a:ext cx="5600700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016" b="1" dirty="0">
                <a:solidFill>
                  <a:srgbClr val="000000"/>
                </a:solidFill>
              </a:rPr>
              <a:t>↓</a:t>
            </a:r>
            <a:endParaRPr lang="en-US" sz="2016" dirty="0"/>
          </a:p>
        </p:txBody>
      </p:sp>
      <p:sp>
        <p:nvSpPr>
          <p:cNvPr id="19" name="Shape 16"/>
          <p:cNvSpPr/>
          <p:nvPr/>
        </p:nvSpPr>
        <p:spPr>
          <a:xfrm>
            <a:off x="3114675" y="3362613"/>
            <a:ext cx="5600700" cy="901508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7"/>
          <p:cNvSpPr/>
          <p:nvPr/>
        </p:nvSpPr>
        <p:spPr>
          <a:xfrm>
            <a:off x="3200400" y="3448338"/>
            <a:ext cx="542925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kern="0" spc="2" dirty="0">
                <a:solidFill>
                  <a:srgbClr val="FF4500"/>
                </a:solidFill>
              </a:rPr>
              <a:t>核心价值</a:t>
            </a:r>
            <a:endParaRPr lang="en-US" sz="784" dirty="0"/>
          </a:p>
        </p:txBody>
      </p:sp>
      <p:sp>
        <p:nvSpPr>
          <p:cNvPr id="21" name="Text 18"/>
          <p:cNvSpPr/>
          <p:nvPr/>
        </p:nvSpPr>
        <p:spPr>
          <a:xfrm>
            <a:off x="3200400" y="3698369"/>
            <a:ext cx="5429250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FFFFFF"/>
                </a:solidFill>
              </a:rPr>
              <a:t>"支付执行" 被抽象为可调用的服务组件。
 不再强依赖用户界面上的手工操作，通过安全凭证即可完成扣款。</a:t>
            </a:r>
            <a:endParaRPr lang="en-US" sz="1269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28625" y="428625"/>
            <a:ext cx="8286750" cy="4357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kern="0" spc="-1" dirty="0">
                <a:solidFill>
                  <a:srgbClr val="000000"/>
                </a:solidFill>
              </a:rPr>
              <a:t>传统支付模式的关键流程正在消失</a:t>
            </a:r>
            <a:endParaRPr lang="en-US" sz="2121" dirty="0"/>
          </a:p>
        </p:txBody>
      </p:sp>
      <p:sp>
        <p:nvSpPr>
          <p:cNvPr id="4" name="Text 1"/>
          <p:cNvSpPr/>
          <p:nvPr/>
        </p:nvSpPr>
        <p:spPr>
          <a:xfrm>
            <a:off x="428625" y="935831"/>
            <a:ext cx="8286750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666666"/>
                </a:solidFill>
              </a:rPr>
              <a:t>Checkout 页面不再是唯一可信入口</a:t>
            </a:r>
            <a:endParaRPr lang="en-US" sz="1269" dirty="0"/>
          </a:p>
        </p:txBody>
      </p:sp>
      <p:sp>
        <p:nvSpPr>
          <p:cNvPr id="5" name="Text 2"/>
          <p:cNvSpPr/>
          <p:nvPr/>
        </p:nvSpPr>
        <p:spPr>
          <a:xfrm>
            <a:off x="471488" y="1798553"/>
            <a:ext cx="1385764" cy="1663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b="1" kern="0" spc="1" dirty="0">
                <a:solidFill>
                  <a:srgbClr val="999999"/>
                </a:solidFill>
              </a:rPr>
              <a:t>传统信任基础</a:t>
            </a: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471488" y="2034297"/>
            <a:ext cx="3243263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</a:rPr>
              <a:t>Checkout 页面 = 强信号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471488" y="2355766"/>
            <a:ext cx="3714750" cy="1759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666666"/>
                </a:solidFill>
              </a:rPr>
              <a:t>用户在页面完成操作，天然承载了意愿表达、身份确认与风险控制。</a:t>
            </a:r>
            <a:endParaRPr lang="en-US" sz="942" dirty="0"/>
          </a:p>
        </p:txBody>
      </p:sp>
      <p:sp>
        <p:nvSpPr>
          <p:cNvPr id="8" name="Shape 5"/>
          <p:cNvSpPr/>
          <p:nvPr/>
        </p:nvSpPr>
        <p:spPr>
          <a:xfrm>
            <a:off x="428625" y="3236119"/>
            <a:ext cx="3714750" cy="1371600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6"/>
          <p:cNvSpPr/>
          <p:nvPr/>
        </p:nvSpPr>
        <p:spPr>
          <a:xfrm>
            <a:off x="428625" y="3236119"/>
            <a:ext cx="42863" cy="1371600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642938" y="3450431"/>
            <a:ext cx="2011705" cy="1730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2000" b="1" kern="0" spc="1" dirty="0">
                <a:solidFill>
                  <a:srgbClr val="FF4500"/>
                </a:solidFill>
              </a:rPr>
              <a:t>Agentic 模式变化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42938" y="3686175"/>
            <a:ext cx="3286125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</a:rPr>
              <a:t>Checkout 页面被绕过</a:t>
            </a:r>
            <a:endParaRPr lang="en-US" sz="1193" dirty="0"/>
          </a:p>
        </p:txBody>
      </p:sp>
      <p:sp>
        <p:nvSpPr>
          <p:cNvPr id="12" name="Text 9"/>
          <p:cNvSpPr/>
          <p:nvPr/>
        </p:nvSpPr>
        <p:spPr>
          <a:xfrm>
            <a:off x="642938" y="4007644"/>
            <a:ext cx="3500437" cy="1759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666666"/>
                </a:solidFill>
              </a:rPr>
              <a:t>交易请求来自对话流或自动化任务，失去了传统的页面交互验证。</a:t>
            </a:r>
            <a:endParaRPr lang="en-US" sz="942" dirty="0"/>
          </a:p>
        </p:txBody>
      </p:sp>
      <p:sp>
        <p:nvSpPr>
          <p:cNvPr id="13" name="Shape 10"/>
          <p:cNvSpPr/>
          <p:nvPr/>
        </p:nvSpPr>
        <p:spPr>
          <a:xfrm>
            <a:off x="4572000" y="1471613"/>
            <a:ext cx="4572000" cy="3671888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1"/>
          <p:cNvSpPr/>
          <p:nvPr/>
        </p:nvSpPr>
        <p:spPr>
          <a:xfrm>
            <a:off x="5000625" y="1919883"/>
            <a:ext cx="3714750" cy="446484"/>
          </a:xfrm>
          <a:prstGeom prst="rect">
            <a:avLst/>
          </a:prstGeom>
          <a:noFill/>
          <a:ln/>
        </p:spPr>
        <p:txBody>
          <a:bodyPr wrap="square" lIns="0" tIns="0" rIns="0" bIns="170053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FFFF"/>
                </a:solidFill>
              </a:rPr>
              <a:t>核心挑战：支付生态必须回答</a:t>
            </a:r>
            <a:endParaRPr lang="en-US" sz="1397" dirty="0"/>
          </a:p>
        </p:txBody>
      </p:sp>
      <p:sp>
        <p:nvSpPr>
          <p:cNvPr id="15" name="Text 12"/>
          <p:cNvSpPr/>
          <p:nvPr/>
        </p:nvSpPr>
        <p:spPr>
          <a:xfrm>
            <a:off x="5000625" y="2652117"/>
            <a:ext cx="301433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FF4500"/>
                </a:solidFill>
              </a:rPr>
              <a:t>01</a:t>
            </a:r>
            <a:endParaRPr lang="en-US" sz="1808" dirty="0"/>
          </a:p>
        </p:txBody>
      </p:sp>
      <p:sp>
        <p:nvSpPr>
          <p:cNvPr id="16" name="Text 13"/>
          <p:cNvSpPr/>
          <p:nvPr/>
        </p:nvSpPr>
        <p:spPr>
          <a:xfrm>
            <a:off x="5444933" y="2718197"/>
            <a:ext cx="171450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这笔交易是谁发起的？</a:t>
            </a:r>
            <a:endParaRPr lang="en-US" sz="1193" dirty="0"/>
          </a:p>
        </p:txBody>
      </p:sp>
      <p:sp>
        <p:nvSpPr>
          <p:cNvPr id="17" name="Text 14"/>
          <p:cNvSpPr/>
          <p:nvPr/>
        </p:nvSpPr>
        <p:spPr>
          <a:xfrm>
            <a:off x="5000625" y="3216473"/>
            <a:ext cx="301433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FF4500"/>
                </a:solidFill>
              </a:rPr>
              <a:t>02</a:t>
            </a:r>
            <a:endParaRPr lang="en-US" sz="1808" dirty="0"/>
          </a:p>
        </p:txBody>
      </p:sp>
      <p:sp>
        <p:nvSpPr>
          <p:cNvPr id="18" name="Text 15"/>
          <p:cNvSpPr/>
          <p:nvPr/>
        </p:nvSpPr>
        <p:spPr>
          <a:xfrm>
            <a:off x="5444933" y="3282553"/>
            <a:ext cx="120015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是否得到授权？</a:t>
            </a:r>
            <a:endParaRPr lang="en-US" sz="1193" dirty="0"/>
          </a:p>
        </p:txBody>
      </p:sp>
      <p:sp>
        <p:nvSpPr>
          <p:cNvPr id="19" name="Text 16"/>
          <p:cNvSpPr/>
          <p:nvPr/>
        </p:nvSpPr>
        <p:spPr>
          <a:xfrm>
            <a:off x="5000625" y="3780830"/>
            <a:ext cx="301433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FF4500"/>
                </a:solidFill>
              </a:rPr>
              <a:t>03</a:t>
            </a:r>
            <a:endParaRPr lang="en-US" sz="1808" dirty="0"/>
          </a:p>
        </p:txBody>
      </p:sp>
      <p:sp>
        <p:nvSpPr>
          <p:cNvPr id="20" name="Text 17"/>
          <p:cNvSpPr/>
          <p:nvPr/>
        </p:nvSpPr>
        <p:spPr>
          <a:xfrm>
            <a:off x="5444933" y="3846909"/>
            <a:ext cx="102870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是否可追溯？</a:t>
            </a:r>
            <a:endParaRPr lang="en-US" sz="1193" dirty="0"/>
          </a:p>
        </p:txBody>
      </p:sp>
      <p:sp>
        <p:nvSpPr>
          <p:cNvPr id="21" name="Text 18"/>
          <p:cNvSpPr/>
          <p:nvPr/>
        </p:nvSpPr>
        <p:spPr>
          <a:xfrm>
            <a:off x="5000625" y="4345186"/>
            <a:ext cx="301433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FF4500"/>
                </a:solidFill>
              </a:rPr>
              <a:t>04</a:t>
            </a:r>
            <a:endParaRPr lang="en-US" sz="1808" dirty="0"/>
          </a:p>
        </p:txBody>
      </p:sp>
      <p:sp>
        <p:nvSpPr>
          <p:cNvPr id="22" name="Text 19"/>
          <p:cNvSpPr/>
          <p:nvPr/>
        </p:nvSpPr>
        <p:spPr>
          <a:xfrm>
            <a:off x="5444933" y="4411266"/>
            <a:ext cx="137160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责任应由谁承担？</a:t>
            </a:r>
            <a:endParaRPr lang="en-US" sz="1193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0" y="1471613"/>
            <a:ext cx="9144000" cy="28575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428625" y="428625"/>
            <a:ext cx="8286750" cy="4357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kern="0" spc="-1" dirty="0">
                <a:solidFill>
                  <a:srgbClr val="000000"/>
                </a:solidFill>
              </a:rPr>
              <a:t>PSP 与收单机构都在参与下一代支付能力建设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428625" y="935831"/>
            <a:ext cx="8286750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666666"/>
                </a:solidFill>
              </a:rPr>
              <a:t>规模化落地的关键决定因素：建立 Agent-ready 能力</a:t>
            </a:r>
            <a:endParaRPr lang="en-US" sz="1269" dirty="0"/>
          </a:p>
        </p:txBody>
      </p:sp>
      <p:sp>
        <p:nvSpPr>
          <p:cNvPr id="8" name="Shape 5"/>
          <p:cNvSpPr/>
          <p:nvPr/>
        </p:nvSpPr>
        <p:spPr>
          <a:xfrm>
            <a:off x="3650456" y="1471613"/>
            <a:ext cx="7144" cy="3671888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357188" y="1828800"/>
            <a:ext cx="1258550" cy="1336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400" b="1" kern="0" spc="2" dirty="0">
                <a:solidFill>
                  <a:srgbClr val="666666"/>
                </a:solidFill>
              </a:rPr>
              <a:t>关键位置与风险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57188" y="2116336"/>
            <a:ext cx="2943225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</a:rPr>
              <a:t>生态枢纽</a:t>
            </a:r>
            <a:endParaRPr lang="en-US" sz="1193" dirty="0"/>
          </a:p>
        </p:txBody>
      </p:sp>
      <p:sp>
        <p:nvSpPr>
          <p:cNvPr id="11" name="Text 8"/>
          <p:cNvSpPr/>
          <p:nvPr/>
        </p:nvSpPr>
        <p:spPr>
          <a:xfrm>
            <a:off x="357188" y="2473523"/>
            <a:ext cx="294322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666666"/>
                </a:solidFill>
              </a:rPr>
              <a:t>PSP 连接商户与卡组织/发卡行，承担交易处理、风控策略与审计存证的核心责任。</a:t>
            </a:r>
            <a:endParaRPr lang="en-US" sz="942" dirty="0"/>
          </a:p>
        </p:txBody>
      </p:sp>
      <p:sp>
        <p:nvSpPr>
          <p:cNvPr id="12" name="Text 9"/>
          <p:cNvSpPr/>
          <p:nvPr/>
        </p:nvSpPr>
        <p:spPr>
          <a:xfrm>
            <a:off x="357188" y="3145036"/>
            <a:ext cx="2943225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</a:rPr>
              <a:t>缺席的后果</a:t>
            </a:r>
            <a:endParaRPr lang="en-US" sz="1193" dirty="0"/>
          </a:p>
        </p:txBody>
      </p:sp>
      <p:sp>
        <p:nvSpPr>
          <p:cNvPr id="13" name="Text 10"/>
          <p:cNvSpPr/>
          <p:nvPr/>
        </p:nvSpPr>
        <p:spPr>
          <a:xfrm>
            <a:off x="357188" y="3502223"/>
            <a:ext cx="294322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666666"/>
                </a:solidFill>
              </a:rPr>
              <a:t>若 PSP 缺席，Agentic 支付将停留在封闭试点，难以在开放生态中扩展。</a:t>
            </a:r>
            <a:endParaRPr lang="en-US" sz="942" dirty="0"/>
          </a:p>
        </p:txBody>
      </p:sp>
      <p:sp>
        <p:nvSpPr>
          <p:cNvPr id="14" name="Shape 11"/>
          <p:cNvSpPr/>
          <p:nvPr/>
        </p:nvSpPr>
        <p:spPr>
          <a:xfrm>
            <a:off x="3557376" y="1500188"/>
            <a:ext cx="5486400" cy="3263433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2"/>
          <p:cNvSpPr/>
          <p:nvPr/>
        </p:nvSpPr>
        <p:spPr>
          <a:xfrm>
            <a:off x="4014788" y="1882936"/>
            <a:ext cx="719171" cy="1336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400" b="1" kern="0" spc="2" dirty="0">
                <a:solidFill>
                  <a:srgbClr val="FF4500"/>
                </a:solidFill>
              </a:rPr>
              <a:t>战略价值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014788" y="2170472"/>
            <a:ext cx="4772025" cy="7543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36" b="1" dirty="0">
                <a:solidFill>
                  <a:srgbClr val="FFFFFF"/>
                </a:solidFill>
              </a:rPr>
              <a:t>率先建立 </a:t>
            </a:r>
            <a:r>
              <a:rPr lang="en-US" sz="2436" b="1" dirty="0">
                <a:solidFill>
                  <a:srgbClr val="FF4500"/>
                </a:solidFill>
              </a:rPr>
              <a:t>"Agent-ready"</a:t>
            </a:r>
            <a:r>
              <a:rPr lang="en-US" sz="2436" b="1" dirty="0">
                <a:solidFill>
                  <a:srgbClr val="FFFFFF"/>
                </a:solidFill>
              </a:rPr>
              <a:t> 能力</a:t>
            </a:r>
            <a:endParaRPr lang="en-US" sz="2436" dirty="0"/>
          </a:p>
        </p:txBody>
      </p:sp>
      <p:sp>
        <p:nvSpPr>
          <p:cNvPr id="17" name="Text 14"/>
          <p:cNvSpPr/>
          <p:nvPr/>
        </p:nvSpPr>
        <p:spPr>
          <a:xfrm>
            <a:off x="4014788" y="3210558"/>
            <a:ext cx="4772025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成为 Agentic 交易的默认执行层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014788" y="3524883"/>
            <a:ext cx="4772025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抢占新入口带来的增长红利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014788" y="3839208"/>
            <a:ext cx="4772025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在标准与规则演进中获得话语权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860146" y="4050184"/>
            <a:ext cx="1194687" cy="283667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200" b="1" dirty="0">
                <a:solidFill>
                  <a:srgbClr val="CCCCCC"/>
                </a:solidFill>
              </a:rPr>
              <a:t>授权验证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667389" y="4050184"/>
            <a:ext cx="1584789" cy="283667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200" b="1" dirty="0">
                <a:solidFill>
                  <a:srgbClr val="CCCCCC"/>
                </a:solidFill>
              </a:rPr>
              <a:t>受限支付凭证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703233" y="4050184"/>
            <a:ext cx="1194687" cy="283667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200" b="1" dirty="0">
                <a:solidFill>
                  <a:srgbClr val="CCCCCC"/>
                </a:solidFill>
              </a:rPr>
              <a:t>交易审计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510477" y="4050184"/>
            <a:ext cx="1194687" cy="283667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200" b="1" dirty="0">
                <a:solidFill>
                  <a:srgbClr val="CCCCCC"/>
                </a:solidFill>
              </a:rPr>
              <a:t>争议治理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14375" y="842963"/>
            <a:ext cx="1867050" cy="1467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800"/>
              </a:lnSpc>
              <a:buNone/>
            </a:pPr>
            <a:r>
              <a:rPr lang="en-US" sz="12436" b="1" kern="0" spc="-8" dirty="0"/>
              <a:t>03</a:t>
            </a:r>
            <a:endParaRPr lang="en-US" sz="12436" dirty="0"/>
          </a:p>
        </p:txBody>
      </p:sp>
      <p:sp>
        <p:nvSpPr>
          <p:cNvPr id="4" name="Shape 1"/>
          <p:cNvSpPr/>
          <p:nvPr/>
        </p:nvSpPr>
        <p:spPr>
          <a:xfrm>
            <a:off x="714375" y="2500313"/>
            <a:ext cx="7715250" cy="180022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2"/>
          <p:cNvSpPr/>
          <p:nvPr/>
        </p:nvSpPr>
        <p:spPr>
          <a:xfrm>
            <a:off x="714375" y="2500313"/>
            <a:ext cx="85725" cy="180022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1143000" y="2500313"/>
            <a:ext cx="7286625" cy="6239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145" b="1" kern="0" spc="-2" dirty="0">
                <a:solidFill>
                  <a:srgbClr val="FFFFFF"/>
                </a:solidFill>
              </a:rPr>
              <a:t>Definition &amp; Scope</a:t>
            </a:r>
            <a:endParaRPr lang="en-US" sz="4145" dirty="0"/>
          </a:p>
        </p:txBody>
      </p:sp>
      <p:sp>
        <p:nvSpPr>
          <p:cNvPr id="7" name="Text 4"/>
          <p:cNvSpPr/>
          <p:nvPr/>
        </p:nvSpPr>
        <p:spPr>
          <a:xfrm>
            <a:off x="1143000" y="3900488"/>
            <a:ext cx="7286625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145" dirty="0">
                <a:solidFill>
                  <a:srgbClr val="CCCCCC"/>
                </a:solidFill>
              </a:rPr>
              <a:t>定义与边界</a:t>
            </a:r>
            <a:endParaRPr lang="en-US" sz="214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3650456" y="0"/>
            <a:ext cx="7144" cy="5143500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472241" y="459208"/>
            <a:ext cx="2800350" cy="15086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36" b="1" kern="0" spc="-1" dirty="0">
                <a:solidFill>
                  <a:srgbClr val="000000"/>
                </a:solidFill>
              </a:rPr>
              <a:t>Agentic
E-Commerce
Payment
的核心定义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428625" y="2646034"/>
            <a:ext cx="2800350" cy="16458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269" dirty="0">
                <a:solidFill>
                  <a:srgbClr val="333333"/>
                </a:solidFill>
              </a:rPr>
              <a:t>在用户明确授权的前提下，由 </a:t>
            </a:r>
            <a:r>
              <a:rPr lang="en-US" sz="1193" b="1" dirty="0">
                <a:solidFill>
                  <a:srgbClr val="FF4500"/>
                </a:solidFill>
              </a:rPr>
              <a:t>AI Agent</a:t>
            </a:r>
            <a:r>
              <a:rPr lang="en-US" sz="1269" dirty="0">
                <a:solidFill>
                  <a:srgbClr val="333333"/>
                </a:solidFill>
              </a:rPr>
              <a:t> 代表用户完成电商交易的支付执行流程，并通过可验证的授权凭证与可控的支付凭证机制，实现 </a:t>
            </a:r>
            <a:r>
              <a:rPr lang="en-US" sz="1193" b="1" dirty="0">
                <a:solidFill>
                  <a:srgbClr val="FF4500"/>
                </a:solidFill>
              </a:rPr>
              <a:t>"无需用户实时介入"</a:t>
            </a:r>
            <a:r>
              <a:rPr lang="en-US" sz="1269" dirty="0">
                <a:solidFill>
                  <a:srgbClr val="333333"/>
                </a:solidFill>
              </a:rPr>
              <a:t> 的支付发起与交易完成。</a:t>
            </a:r>
            <a:endParaRPr lang="en-US" sz="1269" dirty="0"/>
          </a:p>
        </p:txBody>
      </p:sp>
      <p:sp>
        <p:nvSpPr>
          <p:cNvPr id="7" name="Shape 4"/>
          <p:cNvSpPr/>
          <p:nvPr/>
        </p:nvSpPr>
        <p:spPr>
          <a:xfrm>
            <a:off x="3657600" y="0"/>
            <a:ext cx="5486400" cy="4747098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4086225" y="633039"/>
            <a:ext cx="1525674" cy="2036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2000" b="1" kern="0" spc="2" dirty="0">
                <a:solidFill>
                  <a:srgbClr val="FF4500"/>
                </a:solidFill>
              </a:rPr>
              <a:t>The Formula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4086225" y="1548408"/>
            <a:ext cx="198518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4500"/>
                </a:solidFill>
              </a:rPr>
              <a:t>=</a:t>
            </a:r>
            <a:endParaRPr lang="en-US" sz="1602" dirty="0"/>
          </a:p>
        </p:txBody>
      </p:sp>
      <p:sp>
        <p:nvSpPr>
          <p:cNvPr id="10" name="Text 7"/>
          <p:cNvSpPr/>
          <p:nvPr/>
        </p:nvSpPr>
        <p:spPr>
          <a:xfrm>
            <a:off x="4427618" y="1499295"/>
            <a:ext cx="4287757" cy="410766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</a:rPr>
              <a:t>用户授权 </a:t>
            </a:r>
            <a:r>
              <a:rPr lang="en-US" sz="942" dirty="0">
                <a:solidFill>
                  <a:srgbClr val="999999"/>
                </a:solidFill>
              </a:rPr>
              <a:t>User Authorization</a:t>
            </a:r>
            <a:endParaRPr lang="en-US" sz="1602" dirty="0"/>
          </a:p>
        </p:txBody>
      </p:sp>
      <p:sp>
        <p:nvSpPr>
          <p:cNvPr id="11" name="Text 8"/>
          <p:cNvSpPr/>
          <p:nvPr/>
        </p:nvSpPr>
        <p:spPr>
          <a:xfrm>
            <a:off x="4086225" y="2102048"/>
            <a:ext cx="198518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4500"/>
                </a:solidFill>
              </a:rPr>
              <a:t>+</a:t>
            </a:r>
            <a:endParaRPr lang="en-US" sz="1602" dirty="0"/>
          </a:p>
        </p:txBody>
      </p:sp>
      <p:sp>
        <p:nvSpPr>
          <p:cNvPr id="12" name="Text 9"/>
          <p:cNvSpPr/>
          <p:nvPr/>
        </p:nvSpPr>
        <p:spPr>
          <a:xfrm>
            <a:off x="4427618" y="2052935"/>
            <a:ext cx="4287757" cy="410766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</a:rPr>
              <a:t>Agent 代为执行 </a:t>
            </a:r>
            <a:r>
              <a:rPr lang="en-US" sz="942" dirty="0">
                <a:solidFill>
                  <a:srgbClr val="999999"/>
                </a:solidFill>
              </a:rPr>
              <a:t>Agent Execution</a:t>
            </a:r>
            <a:endParaRPr lang="en-US" sz="1602" dirty="0"/>
          </a:p>
        </p:txBody>
      </p:sp>
      <p:sp>
        <p:nvSpPr>
          <p:cNvPr id="13" name="Text 10"/>
          <p:cNvSpPr/>
          <p:nvPr/>
        </p:nvSpPr>
        <p:spPr>
          <a:xfrm>
            <a:off x="4086225" y="2655689"/>
            <a:ext cx="198518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4500"/>
                </a:solidFill>
              </a:rPr>
              <a:t>+</a:t>
            </a:r>
            <a:endParaRPr lang="en-US" sz="1602" dirty="0"/>
          </a:p>
        </p:txBody>
      </p:sp>
      <p:sp>
        <p:nvSpPr>
          <p:cNvPr id="14" name="Text 11"/>
          <p:cNvSpPr/>
          <p:nvPr/>
        </p:nvSpPr>
        <p:spPr>
          <a:xfrm>
            <a:off x="4427618" y="2606576"/>
            <a:ext cx="4287757" cy="410766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</a:rPr>
              <a:t>授权可验证 </a:t>
            </a:r>
            <a:r>
              <a:rPr lang="en-US" sz="942" dirty="0">
                <a:solidFill>
                  <a:srgbClr val="999999"/>
                </a:solidFill>
              </a:rPr>
              <a:t>Verifiable Auth</a:t>
            </a:r>
            <a:endParaRPr lang="en-US" sz="1602" dirty="0"/>
          </a:p>
        </p:txBody>
      </p:sp>
      <p:sp>
        <p:nvSpPr>
          <p:cNvPr id="15" name="Text 12"/>
          <p:cNvSpPr/>
          <p:nvPr/>
        </p:nvSpPr>
        <p:spPr>
          <a:xfrm>
            <a:off x="4086225" y="3209330"/>
            <a:ext cx="198518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4500"/>
                </a:solidFill>
              </a:rPr>
              <a:t>+</a:t>
            </a:r>
            <a:endParaRPr lang="en-US" sz="1602" dirty="0"/>
          </a:p>
        </p:txBody>
      </p:sp>
      <p:sp>
        <p:nvSpPr>
          <p:cNvPr id="16" name="Text 13"/>
          <p:cNvSpPr/>
          <p:nvPr/>
        </p:nvSpPr>
        <p:spPr>
          <a:xfrm>
            <a:off x="4427618" y="3160216"/>
            <a:ext cx="4287757" cy="410766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</a:rPr>
              <a:t>支付凭证可控 </a:t>
            </a:r>
            <a:r>
              <a:rPr lang="en-US" sz="942" dirty="0">
                <a:solidFill>
                  <a:srgbClr val="999999"/>
                </a:solidFill>
              </a:rPr>
              <a:t>Controlled Credential</a:t>
            </a:r>
            <a:endParaRPr lang="en-US" sz="1602" dirty="0"/>
          </a:p>
        </p:txBody>
      </p:sp>
      <p:sp>
        <p:nvSpPr>
          <p:cNvPr id="17" name="Text 14"/>
          <p:cNvSpPr/>
          <p:nvPr/>
        </p:nvSpPr>
        <p:spPr>
          <a:xfrm>
            <a:off x="4086225" y="3762970"/>
            <a:ext cx="198518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4500"/>
                </a:solidFill>
              </a:rPr>
              <a:t>+</a:t>
            </a:r>
            <a:endParaRPr lang="en-US" sz="1602" dirty="0"/>
          </a:p>
        </p:txBody>
      </p:sp>
      <p:sp>
        <p:nvSpPr>
          <p:cNvPr id="18" name="Text 15"/>
          <p:cNvSpPr/>
          <p:nvPr/>
        </p:nvSpPr>
        <p:spPr>
          <a:xfrm>
            <a:off x="4427618" y="3713857"/>
            <a:ext cx="4287757" cy="410766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</a:rPr>
              <a:t>全链路可审计 </a:t>
            </a:r>
            <a:r>
              <a:rPr lang="en-US" sz="942" dirty="0">
                <a:solidFill>
                  <a:srgbClr val="999999"/>
                </a:solidFill>
              </a:rPr>
              <a:t>Auditable</a:t>
            </a:r>
            <a:endParaRPr lang="en-US" sz="1602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28625" y="428625"/>
            <a:ext cx="8286750" cy="4357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kern="0" spc="-1" dirty="0">
                <a:solidFill>
                  <a:srgbClr val="000000"/>
                </a:solidFill>
              </a:rPr>
              <a:t>一笔交易被认定为 Agentic 支付的五个特征</a:t>
            </a:r>
            <a:endParaRPr lang="en-US" sz="2121" dirty="0"/>
          </a:p>
        </p:txBody>
      </p:sp>
      <p:sp>
        <p:nvSpPr>
          <p:cNvPr id="4" name="Text 1"/>
          <p:cNvSpPr/>
          <p:nvPr/>
        </p:nvSpPr>
        <p:spPr>
          <a:xfrm>
            <a:off x="428625" y="935831"/>
            <a:ext cx="8286750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666666"/>
                </a:solidFill>
              </a:rPr>
              <a:t>从角色转变到责任界定</a:t>
            </a:r>
            <a:endParaRPr lang="en-US" sz="1269" dirty="0"/>
          </a:p>
        </p:txBody>
      </p:sp>
      <p:sp>
        <p:nvSpPr>
          <p:cNvPr id="5" name="Shape 2"/>
          <p:cNvSpPr/>
          <p:nvPr/>
        </p:nvSpPr>
        <p:spPr>
          <a:xfrm>
            <a:off x="428625" y="1328738"/>
            <a:ext cx="2676534" cy="186809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3"/>
          <p:cNvSpPr/>
          <p:nvPr/>
        </p:nvSpPr>
        <p:spPr>
          <a:xfrm>
            <a:off x="428625" y="1328738"/>
            <a:ext cx="2676534" cy="42863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4"/>
          <p:cNvSpPr/>
          <p:nvPr/>
        </p:nvSpPr>
        <p:spPr>
          <a:xfrm>
            <a:off x="557213" y="1457325"/>
            <a:ext cx="2419359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36" b="1" dirty="0">
                <a:solidFill>
                  <a:srgbClr val="E0E0E0"/>
                </a:solidFill>
              </a:rPr>
              <a:t>01</a:t>
            </a:r>
            <a:endParaRPr lang="en-US" sz="2436" dirty="0"/>
          </a:p>
        </p:txBody>
      </p:sp>
      <p:sp>
        <p:nvSpPr>
          <p:cNvPr id="8" name="Text 5"/>
          <p:cNvSpPr/>
          <p:nvPr/>
        </p:nvSpPr>
        <p:spPr>
          <a:xfrm>
            <a:off x="557213" y="1871663"/>
            <a:ext cx="241935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</a:rPr>
              <a:t>用户转为授权者</a:t>
            </a:r>
            <a:endParaRPr lang="en-US" sz="1193" dirty="0"/>
          </a:p>
        </p:txBody>
      </p:sp>
      <p:sp>
        <p:nvSpPr>
          <p:cNvPr id="9" name="Text 6"/>
          <p:cNvSpPr/>
          <p:nvPr/>
        </p:nvSpPr>
        <p:spPr>
          <a:xfrm>
            <a:off x="557213" y="2286000"/>
            <a:ext cx="2419359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666666"/>
                </a:solidFill>
              </a:rPr>
              <a:t>用户通过自然语言表达意图，转为发出授权指令而非直接点击。</a:t>
            </a:r>
            <a:endParaRPr lang="en-US" sz="942" dirty="0"/>
          </a:p>
        </p:txBody>
      </p:sp>
      <p:sp>
        <p:nvSpPr>
          <p:cNvPr id="10" name="Shape 7"/>
          <p:cNvSpPr/>
          <p:nvPr/>
        </p:nvSpPr>
        <p:spPr>
          <a:xfrm>
            <a:off x="3233747" y="1328738"/>
            <a:ext cx="2676534" cy="186809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8"/>
          <p:cNvSpPr/>
          <p:nvPr/>
        </p:nvSpPr>
        <p:spPr>
          <a:xfrm>
            <a:off x="3233747" y="1328738"/>
            <a:ext cx="2676534" cy="42863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9"/>
          <p:cNvSpPr/>
          <p:nvPr/>
        </p:nvSpPr>
        <p:spPr>
          <a:xfrm>
            <a:off x="3362334" y="1457325"/>
            <a:ext cx="2419359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36" b="1" dirty="0">
                <a:solidFill>
                  <a:srgbClr val="E0E0E0"/>
                </a:solidFill>
              </a:rPr>
              <a:t>02</a:t>
            </a:r>
            <a:endParaRPr lang="en-US" sz="2436" dirty="0"/>
          </a:p>
        </p:txBody>
      </p:sp>
      <p:sp>
        <p:nvSpPr>
          <p:cNvPr id="13" name="Text 10"/>
          <p:cNvSpPr/>
          <p:nvPr/>
        </p:nvSpPr>
        <p:spPr>
          <a:xfrm>
            <a:off x="3362334" y="1871663"/>
            <a:ext cx="241935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</a:rPr>
              <a:t>Agent 为执行者</a:t>
            </a:r>
            <a:endParaRPr lang="en-US" sz="1193" dirty="0"/>
          </a:p>
        </p:txBody>
      </p:sp>
      <p:sp>
        <p:nvSpPr>
          <p:cNvPr id="14" name="Text 11"/>
          <p:cNvSpPr/>
          <p:nvPr/>
        </p:nvSpPr>
        <p:spPr>
          <a:xfrm>
            <a:off x="3362334" y="2286000"/>
            <a:ext cx="2419359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666666"/>
                </a:solidFill>
              </a:rPr>
              <a:t>AI 代理代替人工完成商品筛选、填写与支付确认流程。</a:t>
            </a:r>
            <a:endParaRPr lang="en-US" sz="942" dirty="0"/>
          </a:p>
        </p:txBody>
      </p:sp>
      <p:sp>
        <p:nvSpPr>
          <p:cNvPr id="15" name="Shape 12"/>
          <p:cNvSpPr/>
          <p:nvPr/>
        </p:nvSpPr>
        <p:spPr>
          <a:xfrm>
            <a:off x="6038869" y="1328738"/>
            <a:ext cx="2676534" cy="186809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3"/>
          <p:cNvSpPr/>
          <p:nvPr/>
        </p:nvSpPr>
        <p:spPr>
          <a:xfrm>
            <a:off x="6038869" y="1328738"/>
            <a:ext cx="2676534" cy="42863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4"/>
          <p:cNvSpPr/>
          <p:nvPr/>
        </p:nvSpPr>
        <p:spPr>
          <a:xfrm>
            <a:off x="6167456" y="1457325"/>
            <a:ext cx="2419359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36" b="1" dirty="0">
                <a:solidFill>
                  <a:srgbClr val="E0E0E0"/>
                </a:solidFill>
              </a:rPr>
              <a:t>03</a:t>
            </a:r>
            <a:endParaRPr lang="en-US" sz="2436" dirty="0"/>
          </a:p>
        </p:txBody>
      </p:sp>
      <p:sp>
        <p:nvSpPr>
          <p:cNvPr id="18" name="Text 15"/>
          <p:cNvSpPr/>
          <p:nvPr/>
        </p:nvSpPr>
        <p:spPr>
          <a:xfrm>
            <a:off x="6167456" y="1871663"/>
            <a:ext cx="241935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</a:rPr>
              <a:t>授权可验证</a:t>
            </a:r>
            <a:endParaRPr lang="en-US" sz="1193" dirty="0"/>
          </a:p>
        </p:txBody>
      </p:sp>
      <p:sp>
        <p:nvSpPr>
          <p:cNvPr id="19" name="Text 16"/>
          <p:cNvSpPr/>
          <p:nvPr/>
        </p:nvSpPr>
        <p:spPr>
          <a:xfrm>
            <a:off x="6167456" y="2286000"/>
            <a:ext cx="2419359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666666"/>
                </a:solidFill>
              </a:rPr>
              <a:t>需有技术手段（如数字签名）证明操作获用户许可。</a:t>
            </a:r>
            <a:endParaRPr lang="en-US" sz="942" dirty="0"/>
          </a:p>
        </p:txBody>
      </p:sp>
      <p:sp>
        <p:nvSpPr>
          <p:cNvPr id="20" name="Shape 17"/>
          <p:cNvSpPr/>
          <p:nvPr/>
        </p:nvSpPr>
        <p:spPr>
          <a:xfrm>
            <a:off x="428625" y="3303985"/>
            <a:ext cx="4079081" cy="130016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8"/>
          <p:cNvSpPr/>
          <p:nvPr/>
        </p:nvSpPr>
        <p:spPr>
          <a:xfrm>
            <a:off x="428625" y="3303984"/>
            <a:ext cx="4079081" cy="42863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19"/>
          <p:cNvSpPr/>
          <p:nvPr/>
        </p:nvSpPr>
        <p:spPr>
          <a:xfrm>
            <a:off x="557213" y="3432572"/>
            <a:ext cx="382190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36" b="1" dirty="0">
                <a:solidFill>
                  <a:srgbClr val="E0E0E0"/>
                </a:solidFill>
              </a:rPr>
              <a:t>04</a:t>
            </a:r>
            <a:endParaRPr lang="en-US" sz="2436" dirty="0"/>
          </a:p>
        </p:txBody>
      </p:sp>
      <p:sp>
        <p:nvSpPr>
          <p:cNvPr id="23" name="Text 20"/>
          <p:cNvSpPr/>
          <p:nvPr/>
        </p:nvSpPr>
        <p:spPr>
          <a:xfrm>
            <a:off x="557213" y="3846909"/>
            <a:ext cx="382190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</a:rPr>
              <a:t>凭证可控</a:t>
            </a:r>
            <a:endParaRPr lang="en-US" sz="1193" dirty="0"/>
          </a:p>
        </p:txBody>
      </p:sp>
      <p:sp>
        <p:nvSpPr>
          <p:cNvPr id="24" name="Text 21"/>
          <p:cNvSpPr/>
          <p:nvPr/>
        </p:nvSpPr>
        <p:spPr>
          <a:xfrm>
            <a:off x="557213" y="4261247"/>
            <a:ext cx="3821906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666666"/>
                </a:solidFill>
              </a:rPr>
              <a:t>支付凭证应能限制金额、商户或有效期以防滥用。</a:t>
            </a:r>
            <a:endParaRPr lang="en-US" sz="942" dirty="0"/>
          </a:p>
        </p:txBody>
      </p:sp>
      <p:sp>
        <p:nvSpPr>
          <p:cNvPr id="25" name="Shape 22"/>
          <p:cNvSpPr/>
          <p:nvPr/>
        </p:nvSpPr>
        <p:spPr>
          <a:xfrm>
            <a:off x="4636294" y="3303984"/>
            <a:ext cx="4079081" cy="141089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3"/>
          <p:cNvSpPr/>
          <p:nvPr/>
        </p:nvSpPr>
        <p:spPr>
          <a:xfrm>
            <a:off x="4636294" y="3303984"/>
            <a:ext cx="4079081" cy="42863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4"/>
          <p:cNvSpPr/>
          <p:nvPr/>
        </p:nvSpPr>
        <p:spPr>
          <a:xfrm>
            <a:off x="4764881" y="3454003"/>
            <a:ext cx="382190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36" b="1" dirty="0">
                <a:solidFill>
                  <a:srgbClr val="E0E0E0"/>
                </a:solidFill>
              </a:rPr>
              <a:t>05</a:t>
            </a:r>
            <a:endParaRPr lang="en-US" sz="2436" dirty="0"/>
          </a:p>
        </p:txBody>
      </p:sp>
      <p:sp>
        <p:nvSpPr>
          <p:cNvPr id="28" name="Text 25"/>
          <p:cNvSpPr/>
          <p:nvPr/>
        </p:nvSpPr>
        <p:spPr>
          <a:xfrm>
            <a:off x="4764881" y="3868341"/>
            <a:ext cx="382190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</a:rPr>
              <a:t>责任可定义</a:t>
            </a:r>
            <a:endParaRPr lang="en-US" sz="1193" dirty="0"/>
          </a:p>
        </p:txBody>
      </p:sp>
      <p:sp>
        <p:nvSpPr>
          <p:cNvPr id="29" name="Text 26"/>
          <p:cNvSpPr/>
          <p:nvPr/>
        </p:nvSpPr>
        <p:spPr>
          <a:xfrm>
            <a:off x="4764881" y="4282678"/>
            <a:ext cx="3821906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666666"/>
                </a:solidFill>
              </a:rPr>
              <a:t>发生误操作或欺诈时，应有明确规则界定责任归属。</a:t>
            </a:r>
            <a:endParaRPr lang="en-US" sz="942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28625" y="428625"/>
            <a:ext cx="8286750" cy="4357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kern="0" spc="-1" dirty="0">
                <a:solidFill>
                  <a:srgbClr val="000000"/>
                </a:solidFill>
              </a:rPr>
              <a:t>相似概念的区分（1/2）</a:t>
            </a:r>
            <a:endParaRPr lang="en-US" sz="2121" dirty="0"/>
          </a:p>
        </p:txBody>
      </p:sp>
      <p:sp>
        <p:nvSpPr>
          <p:cNvPr id="4" name="Text 1"/>
          <p:cNvSpPr/>
          <p:nvPr/>
        </p:nvSpPr>
        <p:spPr>
          <a:xfrm>
            <a:off x="428625" y="935831"/>
            <a:ext cx="8286750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666666"/>
                </a:solidFill>
              </a:rPr>
              <a:t>明确 Agentic Payment 的独特性</a:t>
            </a:r>
            <a:endParaRPr lang="en-US" sz="1269" dirty="0"/>
          </a:p>
        </p:txBody>
      </p:sp>
      <p:sp>
        <p:nvSpPr>
          <p:cNvPr id="5" name="Shape 2"/>
          <p:cNvSpPr/>
          <p:nvPr/>
        </p:nvSpPr>
        <p:spPr>
          <a:xfrm>
            <a:off x="0" y="1500188"/>
            <a:ext cx="9144000" cy="1818084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428625" y="2134921"/>
            <a:ext cx="2071688" cy="548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00000"/>
                </a:solidFill>
              </a:rPr>
              <a:t>Agent-assisted
Checkout</a:t>
            </a:r>
            <a:endParaRPr lang="en-US" sz="1602" dirty="0"/>
          </a:p>
        </p:txBody>
      </p:sp>
      <p:sp>
        <p:nvSpPr>
          <p:cNvPr id="7" name="Text 4"/>
          <p:cNvSpPr/>
          <p:nvPr/>
        </p:nvSpPr>
        <p:spPr>
          <a:xfrm>
            <a:off x="2957513" y="1979712"/>
            <a:ext cx="820738" cy="1403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600" b="1" dirty="0">
                <a:solidFill>
                  <a:srgbClr val="666666"/>
                </a:solidFill>
              </a:rPr>
              <a:t>运行机制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2957513" y="2195810"/>
            <a:ext cx="2728913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AI 辅助用户完成商品搜索、比价甚至填单，但最终跳转至收银台，由用户确认支付。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972175" y="1725038"/>
            <a:ext cx="3136107" cy="1275868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9"/>
          <p:cNvSpPr/>
          <p:nvPr/>
        </p:nvSpPr>
        <p:spPr>
          <a:xfrm>
            <a:off x="6150769" y="2101155"/>
            <a:ext cx="820738" cy="1403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600" b="1" dirty="0">
                <a:solidFill>
                  <a:srgbClr val="FF4500"/>
                </a:solidFill>
              </a:rPr>
              <a:t>核心区别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150769" y="2317254"/>
            <a:ext cx="295751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"人" 仍然是支付动作的最终执行者。
</a:t>
            </a:r>
            <a:r>
              <a:rPr lang="en-US" sz="942" dirty="0">
                <a:solidFill>
                  <a:srgbClr val="CCCCCC"/>
                </a:solidFill>
              </a:rPr>
              <a:t>(Human-in-the-loop)</a:t>
            </a:r>
            <a:endParaRPr lang="en-US" sz="987" dirty="0"/>
          </a:p>
        </p:txBody>
      </p:sp>
      <p:sp>
        <p:nvSpPr>
          <p:cNvPr id="15" name="Shape 12"/>
          <p:cNvSpPr/>
          <p:nvPr/>
        </p:nvSpPr>
        <p:spPr>
          <a:xfrm>
            <a:off x="0" y="3318272"/>
            <a:ext cx="9144000" cy="714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3"/>
          <p:cNvSpPr/>
          <p:nvPr/>
        </p:nvSpPr>
        <p:spPr>
          <a:xfrm>
            <a:off x="428625" y="3958363"/>
            <a:ext cx="2071688" cy="548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00000"/>
                </a:solidFill>
              </a:rPr>
              <a:t>One-click
Checkout</a:t>
            </a:r>
            <a:endParaRPr lang="en-US" sz="1602" dirty="0"/>
          </a:p>
        </p:txBody>
      </p:sp>
      <p:sp>
        <p:nvSpPr>
          <p:cNvPr id="17" name="Text 14"/>
          <p:cNvSpPr/>
          <p:nvPr/>
        </p:nvSpPr>
        <p:spPr>
          <a:xfrm>
            <a:off x="2957513" y="3910310"/>
            <a:ext cx="820738" cy="1403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600" b="1" dirty="0">
                <a:solidFill>
                  <a:srgbClr val="666666"/>
                </a:solidFill>
              </a:rPr>
              <a:t>运行机制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2957513" y="4126409"/>
            <a:ext cx="272891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通过保存的凭证（如 Link, Apple Pay）简化流程，用户点击单一按钮即可完成支付。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5972175" y="3543122"/>
            <a:ext cx="3136107" cy="1176218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19"/>
          <p:cNvSpPr/>
          <p:nvPr/>
        </p:nvSpPr>
        <p:spPr>
          <a:xfrm>
            <a:off x="6150769" y="3812646"/>
            <a:ext cx="820738" cy="1403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600" b="1" dirty="0">
                <a:solidFill>
                  <a:srgbClr val="FF4500"/>
                </a:solidFill>
              </a:rPr>
              <a:t>核心区别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6150769" y="4140696"/>
            <a:ext cx="295751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触发方式仍依赖于 UI 界面上的点击交互。
</a:t>
            </a:r>
            <a:r>
              <a:rPr lang="en-US" sz="942" dirty="0">
                <a:solidFill>
                  <a:srgbClr val="CCCCCC"/>
                </a:solidFill>
              </a:rPr>
              <a:t>(UI-Triggered)</a:t>
            </a:r>
            <a:endParaRPr lang="en-US" sz="987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28625" y="428625"/>
            <a:ext cx="8286750" cy="4357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kern="0" spc="-1" dirty="0">
                <a:solidFill>
                  <a:srgbClr val="000000"/>
                </a:solidFill>
              </a:rPr>
              <a:t>相似概念的区分（2/2）</a:t>
            </a:r>
            <a:endParaRPr lang="en-US" sz="2121" dirty="0"/>
          </a:p>
        </p:txBody>
      </p:sp>
      <p:sp>
        <p:nvSpPr>
          <p:cNvPr id="4" name="Text 1"/>
          <p:cNvSpPr/>
          <p:nvPr/>
        </p:nvSpPr>
        <p:spPr>
          <a:xfrm>
            <a:off x="428625" y="935831"/>
            <a:ext cx="8286750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666666"/>
                </a:solidFill>
              </a:rPr>
              <a:t>Subscription 与 Card-on-File/Tokenization</a:t>
            </a:r>
            <a:endParaRPr lang="en-US" sz="1269" dirty="0"/>
          </a:p>
        </p:txBody>
      </p:sp>
      <p:sp>
        <p:nvSpPr>
          <p:cNvPr id="6" name="Shape 3"/>
          <p:cNvSpPr/>
          <p:nvPr/>
        </p:nvSpPr>
        <p:spPr>
          <a:xfrm>
            <a:off x="428625" y="1471613"/>
            <a:ext cx="4000500" cy="5715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4"/>
          <p:cNvSpPr/>
          <p:nvPr/>
        </p:nvSpPr>
        <p:spPr>
          <a:xfrm>
            <a:off x="714375" y="1757363"/>
            <a:ext cx="3429000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00000"/>
                </a:solidFill>
              </a:rPr>
              <a:t>订阅制 (Subscription)</a:t>
            </a:r>
            <a:endParaRPr lang="en-US" sz="1602" dirty="0"/>
          </a:p>
        </p:txBody>
      </p:sp>
      <p:sp>
        <p:nvSpPr>
          <p:cNvPr id="8" name="Text 5"/>
          <p:cNvSpPr/>
          <p:nvPr/>
        </p:nvSpPr>
        <p:spPr>
          <a:xfrm>
            <a:off x="714375" y="2232422"/>
            <a:ext cx="3429000" cy="6536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666666"/>
                </a:solidFill>
              </a:rPr>
              <a:t>固定周期、固定金额的被动扣款模式。
 例如：Netflix 月费、SaaS 订阅。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14375" y="3093243"/>
            <a:ext cx="3429000" cy="714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7"/>
          <p:cNvSpPr/>
          <p:nvPr/>
        </p:nvSpPr>
        <p:spPr>
          <a:xfrm>
            <a:off x="714375" y="3178969"/>
            <a:ext cx="127136" cy="13573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8"/>
          <p:cNvSpPr/>
          <p:nvPr/>
        </p:nvSpPr>
        <p:spPr>
          <a:xfrm>
            <a:off x="728662" y="3060818"/>
            <a:ext cx="310341" cy="134909"/>
          </a:xfrm>
          <a:prstGeom prst="rect">
            <a:avLst/>
          </a:prstGeom>
          <a:noFill/>
          <a:ln/>
        </p:spPr>
        <p:txBody>
          <a:bodyPr wrap="none" lIns="0" tIns="0" rIns="8509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400" b="1" dirty="0">
                <a:solidFill>
                  <a:srgbClr val="FF4500"/>
                </a:solidFill>
              </a:rPr>
              <a:t>VS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14375" y="3393281"/>
            <a:ext cx="3429000" cy="1092994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0"/>
          <p:cNvSpPr/>
          <p:nvPr/>
        </p:nvSpPr>
        <p:spPr>
          <a:xfrm>
            <a:off x="714375" y="3393281"/>
            <a:ext cx="28575" cy="1092994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1"/>
          <p:cNvSpPr/>
          <p:nvPr/>
        </p:nvSpPr>
        <p:spPr>
          <a:xfrm>
            <a:off x="857250" y="3464720"/>
            <a:ext cx="1639873" cy="1417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600" b="1" dirty="0">
                <a:solidFill>
                  <a:srgbClr val="FF4500"/>
                </a:solidFill>
              </a:rPr>
              <a:t>Agentic Payment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57250" y="3743325"/>
            <a:ext cx="314325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000000"/>
                </a:solidFill>
              </a:rPr>
              <a:t>基于意图的动态执行</a:t>
            </a:r>
            <a:endParaRPr lang="en-US" sz="987" dirty="0"/>
          </a:p>
        </p:txBody>
      </p:sp>
      <p:sp>
        <p:nvSpPr>
          <p:cNvPr id="16" name="Text 13"/>
          <p:cNvSpPr/>
          <p:nvPr/>
        </p:nvSpPr>
        <p:spPr>
          <a:xfrm>
            <a:off x="857250" y="4014788"/>
            <a:ext cx="314325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666666"/>
                </a:solidFill>
              </a:rPr>
              <a:t>区别：不定额、不定商户、不定周期。
 Agent 根据当前最优决策发起交易，而非机械重复。</a:t>
            </a:r>
            <a:endParaRPr lang="en-US" sz="834" dirty="0"/>
          </a:p>
        </p:txBody>
      </p:sp>
      <p:sp>
        <p:nvSpPr>
          <p:cNvPr id="18" name="Shape 15"/>
          <p:cNvSpPr/>
          <p:nvPr/>
        </p:nvSpPr>
        <p:spPr>
          <a:xfrm>
            <a:off x="4714875" y="1471613"/>
            <a:ext cx="4000500" cy="57150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6"/>
          <p:cNvSpPr/>
          <p:nvPr/>
        </p:nvSpPr>
        <p:spPr>
          <a:xfrm>
            <a:off x="5000625" y="1757363"/>
            <a:ext cx="3429000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00000"/>
                </a:solidFill>
              </a:rPr>
              <a:t>绑卡 / Tokenization</a:t>
            </a:r>
            <a:endParaRPr lang="en-US" sz="1602" dirty="0"/>
          </a:p>
        </p:txBody>
      </p:sp>
      <p:sp>
        <p:nvSpPr>
          <p:cNvPr id="20" name="Text 17"/>
          <p:cNvSpPr/>
          <p:nvPr/>
        </p:nvSpPr>
        <p:spPr>
          <a:xfrm>
            <a:off x="5000625" y="2232422"/>
            <a:ext cx="3429000" cy="4893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666666"/>
                </a:solidFill>
              </a:rPr>
              <a:t>底层的支付凭证存储与安全处理技术。
 是实现便捷支付的基础设施能力。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000625" y="3078956"/>
            <a:ext cx="3429000" cy="714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19"/>
          <p:cNvSpPr/>
          <p:nvPr/>
        </p:nvSpPr>
        <p:spPr>
          <a:xfrm>
            <a:off x="5000625" y="3014663"/>
            <a:ext cx="127136" cy="13573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0"/>
          <p:cNvSpPr/>
          <p:nvPr/>
        </p:nvSpPr>
        <p:spPr>
          <a:xfrm>
            <a:off x="5000625" y="3014663"/>
            <a:ext cx="310341" cy="134909"/>
          </a:xfrm>
          <a:prstGeom prst="rect">
            <a:avLst/>
          </a:prstGeom>
          <a:noFill/>
          <a:ln/>
        </p:spPr>
        <p:txBody>
          <a:bodyPr wrap="none" lIns="0" tIns="0" rIns="8509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400" b="1" dirty="0">
                <a:solidFill>
                  <a:srgbClr val="FF4500"/>
                </a:solidFill>
              </a:rPr>
              <a:t>VS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5000625" y="3306784"/>
            <a:ext cx="3429000" cy="1257300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2"/>
          <p:cNvSpPr/>
          <p:nvPr/>
        </p:nvSpPr>
        <p:spPr>
          <a:xfrm>
            <a:off x="5000625" y="3300413"/>
            <a:ext cx="28575" cy="1257300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3"/>
          <p:cNvSpPr/>
          <p:nvPr/>
        </p:nvSpPr>
        <p:spPr>
          <a:xfrm>
            <a:off x="5143500" y="3371850"/>
            <a:ext cx="1639873" cy="1417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600" b="1" dirty="0">
                <a:solidFill>
                  <a:srgbClr val="FF4500"/>
                </a:solidFill>
              </a:rPr>
              <a:t>Agentic Payment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5143500" y="3579019"/>
            <a:ext cx="314325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000000"/>
                </a:solidFill>
              </a:rPr>
              <a:t>上层业务逻辑应用</a:t>
            </a:r>
            <a:endParaRPr lang="en-US" sz="987" dirty="0"/>
          </a:p>
        </p:txBody>
      </p:sp>
      <p:sp>
        <p:nvSpPr>
          <p:cNvPr id="28" name="Text 25"/>
          <p:cNvSpPr/>
          <p:nvPr/>
        </p:nvSpPr>
        <p:spPr>
          <a:xfrm>
            <a:off x="5143500" y="3850481"/>
            <a:ext cx="3143250" cy="4929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666666"/>
                </a:solidFill>
              </a:rPr>
              <a:t>区别：能力 vs 应用。
 Agentic 依赖 CoF 能力来执行，但核心在于"谁在操作"（Agent）和"如何授权"（意图）。</a:t>
            </a:r>
            <a:endParaRPr lang="en-US" sz="834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428625" y="428625"/>
            <a:ext cx="8286750" cy="92868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1"/>
          <p:cNvSpPr/>
          <p:nvPr/>
        </p:nvSpPr>
        <p:spPr>
          <a:xfrm>
            <a:off x="428625" y="1328738"/>
            <a:ext cx="8286750" cy="28575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428625" y="428625"/>
            <a:ext cx="8286750" cy="4357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kern="0" spc="-1" dirty="0">
                <a:solidFill>
                  <a:srgbClr val="000000"/>
                </a:solidFill>
              </a:rPr>
              <a:t>覆盖范围：业务场景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428625" y="935831"/>
            <a:ext cx="8286750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666666"/>
                </a:solidFill>
              </a:rPr>
              <a:t>以电商交易为主线，优先覆盖标准化程度高的场景</a:t>
            </a:r>
            <a:endParaRPr lang="en-US" sz="1269" dirty="0"/>
          </a:p>
        </p:txBody>
      </p:sp>
      <p:sp>
        <p:nvSpPr>
          <p:cNvPr id="7" name="Shape 4"/>
          <p:cNvSpPr/>
          <p:nvPr/>
        </p:nvSpPr>
        <p:spPr>
          <a:xfrm>
            <a:off x="428625" y="1471613"/>
            <a:ext cx="8286750" cy="460772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5"/>
          <p:cNvSpPr/>
          <p:nvPr/>
        </p:nvSpPr>
        <p:spPr>
          <a:xfrm>
            <a:off x="428625" y="1471613"/>
            <a:ext cx="57150" cy="460772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428625" y="1471613"/>
            <a:ext cx="8286750" cy="43595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0000"/>
                </a:solidFill>
              </a:rPr>
              <a:t>本最佳实践聚焦于 B2C/B2B </a:t>
            </a:r>
            <a:r>
              <a:rPr lang="en-US" sz="1397" b="1" dirty="0" err="1">
                <a:solidFill>
                  <a:srgbClr val="000000"/>
                </a:solidFill>
              </a:rPr>
              <a:t>电商交易，暂不涉及</a:t>
            </a:r>
            <a:r>
              <a:rPr lang="en-US" sz="1397" b="1" dirty="0">
                <a:solidFill>
                  <a:srgbClr val="000000"/>
                </a:solidFill>
              </a:rPr>
              <a:t> A2A 转账或复杂的金融衍生品交易。</a:t>
            </a:r>
            <a:endParaRPr lang="en-US" sz="1397" dirty="0"/>
          </a:p>
        </p:txBody>
      </p:sp>
      <p:sp>
        <p:nvSpPr>
          <p:cNvPr id="10" name="Shape 7"/>
          <p:cNvSpPr/>
          <p:nvPr/>
        </p:nvSpPr>
        <p:spPr>
          <a:xfrm>
            <a:off x="428625" y="2075259"/>
            <a:ext cx="8286750" cy="278249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8"/>
          <p:cNvSpPr/>
          <p:nvPr/>
        </p:nvSpPr>
        <p:spPr>
          <a:xfrm>
            <a:off x="428625" y="2075259"/>
            <a:ext cx="8286750" cy="714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9"/>
          <p:cNvSpPr/>
          <p:nvPr/>
        </p:nvSpPr>
        <p:spPr>
          <a:xfrm>
            <a:off x="642938" y="2218134"/>
            <a:ext cx="2328863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294" b="1" dirty="0">
                <a:solidFill>
                  <a:srgbClr val="FF4500">
                    <a:alpha val="80000"/>
                  </a:srgbClr>
                </a:solidFill>
              </a:rPr>
              <a:t>01</a:t>
            </a:r>
            <a:endParaRPr lang="en-US" sz="3294" dirty="0"/>
          </a:p>
        </p:txBody>
      </p:sp>
      <p:sp>
        <p:nvSpPr>
          <p:cNvPr id="13" name="Text 10"/>
          <p:cNvSpPr/>
          <p:nvPr/>
        </p:nvSpPr>
        <p:spPr>
          <a:xfrm>
            <a:off x="642938" y="2746772"/>
            <a:ext cx="2328863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00000"/>
                </a:solidFill>
              </a:rPr>
              <a:t>实物电商</a:t>
            </a:r>
            <a:endParaRPr lang="en-US" sz="1602" dirty="0"/>
          </a:p>
        </p:txBody>
      </p:sp>
      <p:sp>
        <p:nvSpPr>
          <p:cNvPr id="14" name="Text 11"/>
          <p:cNvSpPr/>
          <p:nvPr/>
        </p:nvSpPr>
        <p:spPr>
          <a:xfrm>
            <a:off x="642938" y="3150394"/>
            <a:ext cx="2328863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666666"/>
                </a:solidFill>
              </a:rPr>
              <a:t>涉及实体商品的销售、物流配送与库存管理。标准化 SKU 使得 Agent 易于识别与比价。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42938" y="4075509"/>
            <a:ext cx="2328863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</a:rPr>
              <a:t>消费电子</a:t>
            </a:r>
            <a:endParaRPr lang="en-US" sz="885" dirty="0"/>
          </a:p>
        </p:txBody>
      </p:sp>
      <p:sp>
        <p:nvSpPr>
          <p:cNvPr id="16" name="Text 13"/>
          <p:cNvSpPr/>
          <p:nvPr/>
        </p:nvSpPr>
        <p:spPr>
          <a:xfrm>
            <a:off x="642938" y="4336256"/>
            <a:ext cx="2328863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</a:rPr>
              <a:t>服饰鞋包</a:t>
            </a:r>
            <a:endParaRPr lang="en-US" sz="885" dirty="0"/>
          </a:p>
        </p:txBody>
      </p:sp>
      <p:sp>
        <p:nvSpPr>
          <p:cNvPr id="17" name="Text 14"/>
          <p:cNvSpPr/>
          <p:nvPr/>
        </p:nvSpPr>
        <p:spPr>
          <a:xfrm>
            <a:off x="642938" y="4597003"/>
            <a:ext cx="2328863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</a:rPr>
              <a:t>日用百货</a:t>
            </a:r>
            <a:endParaRPr lang="en-US" sz="885" dirty="0"/>
          </a:p>
        </p:txBody>
      </p:sp>
      <p:sp>
        <p:nvSpPr>
          <p:cNvPr id="18" name="Text 15"/>
          <p:cNvSpPr/>
          <p:nvPr/>
        </p:nvSpPr>
        <p:spPr>
          <a:xfrm>
            <a:off x="3407569" y="2218134"/>
            <a:ext cx="2328863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294" b="1" dirty="0">
                <a:solidFill>
                  <a:srgbClr val="FF4500">
                    <a:alpha val="80000"/>
                  </a:srgbClr>
                </a:solidFill>
              </a:rPr>
              <a:t>02</a:t>
            </a:r>
            <a:endParaRPr lang="en-US" sz="3294" dirty="0"/>
          </a:p>
        </p:txBody>
      </p:sp>
      <p:sp>
        <p:nvSpPr>
          <p:cNvPr id="19" name="Text 16"/>
          <p:cNvSpPr/>
          <p:nvPr/>
        </p:nvSpPr>
        <p:spPr>
          <a:xfrm>
            <a:off x="3407569" y="2746772"/>
            <a:ext cx="2328863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00000"/>
                </a:solidFill>
              </a:rPr>
              <a:t>数字商品</a:t>
            </a:r>
            <a:endParaRPr lang="en-US" sz="1602" dirty="0"/>
          </a:p>
        </p:txBody>
      </p:sp>
      <p:sp>
        <p:nvSpPr>
          <p:cNvPr id="20" name="Text 17"/>
          <p:cNvSpPr/>
          <p:nvPr/>
        </p:nvSpPr>
        <p:spPr>
          <a:xfrm>
            <a:off x="3407569" y="3150394"/>
            <a:ext cx="2416057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666666"/>
                </a:solidFill>
              </a:rPr>
              <a:t>无物流环节，强调即时交付与授权许可。交易链路短，适合自动化执行。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3407569" y="4075509"/>
            <a:ext cx="2328863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</a:rPr>
              <a:t>软件订阅 / SaaS</a:t>
            </a:r>
            <a:endParaRPr lang="en-US" sz="885" dirty="0"/>
          </a:p>
        </p:txBody>
      </p:sp>
      <p:sp>
        <p:nvSpPr>
          <p:cNvPr id="22" name="Text 19"/>
          <p:cNvSpPr/>
          <p:nvPr/>
        </p:nvSpPr>
        <p:spPr>
          <a:xfrm>
            <a:off x="3407569" y="4336256"/>
            <a:ext cx="2328863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</a:rPr>
              <a:t>数字媒体内容</a:t>
            </a:r>
            <a:endParaRPr lang="en-US" sz="885" dirty="0"/>
          </a:p>
        </p:txBody>
      </p:sp>
      <p:sp>
        <p:nvSpPr>
          <p:cNvPr id="23" name="Text 20"/>
          <p:cNvSpPr/>
          <p:nvPr/>
        </p:nvSpPr>
        <p:spPr>
          <a:xfrm>
            <a:off x="3407569" y="4597003"/>
            <a:ext cx="2328863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</a:rPr>
              <a:t>游戏道具 / 充值</a:t>
            </a:r>
            <a:endParaRPr lang="en-US" sz="885" dirty="0"/>
          </a:p>
        </p:txBody>
      </p:sp>
      <p:sp>
        <p:nvSpPr>
          <p:cNvPr id="24" name="Text 21"/>
          <p:cNvSpPr/>
          <p:nvPr/>
        </p:nvSpPr>
        <p:spPr>
          <a:xfrm>
            <a:off x="6172200" y="2218134"/>
            <a:ext cx="2328863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294" b="1" dirty="0">
                <a:solidFill>
                  <a:srgbClr val="FF4500">
                    <a:alpha val="80000"/>
                  </a:srgbClr>
                </a:solidFill>
              </a:rPr>
              <a:t>03</a:t>
            </a:r>
            <a:endParaRPr lang="en-US" sz="3294" dirty="0"/>
          </a:p>
        </p:txBody>
      </p:sp>
      <p:sp>
        <p:nvSpPr>
          <p:cNvPr id="25" name="Text 22"/>
          <p:cNvSpPr/>
          <p:nvPr/>
        </p:nvSpPr>
        <p:spPr>
          <a:xfrm>
            <a:off x="6172200" y="2746772"/>
            <a:ext cx="2328863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00000"/>
                </a:solidFill>
              </a:rPr>
              <a:t>服务类电商</a:t>
            </a:r>
            <a:endParaRPr lang="en-US" sz="1602" dirty="0"/>
          </a:p>
        </p:txBody>
      </p:sp>
      <p:sp>
        <p:nvSpPr>
          <p:cNvPr id="26" name="Text 23"/>
          <p:cNvSpPr/>
          <p:nvPr/>
        </p:nvSpPr>
        <p:spPr>
          <a:xfrm>
            <a:off x="6172200" y="3150394"/>
            <a:ext cx="2416057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666666"/>
                </a:solidFill>
              </a:rPr>
              <a:t>涉及预订、票务与 O2O 服务。强调时间槽（Time Slot）与资格验证。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6172200" y="4075509"/>
            <a:ext cx="2328863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</a:rPr>
              <a:t>差旅预订 (OTA)</a:t>
            </a:r>
            <a:endParaRPr lang="en-US" sz="885" dirty="0"/>
          </a:p>
        </p:txBody>
      </p:sp>
      <p:sp>
        <p:nvSpPr>
          <p:cNvPr id="28" name="Text 25"/>
          <p:cNvSpPr/>
          <p:nvPr/>
        </p:nvSpPr>
        <p:spPr>
          <a:xfrm>
            <a:off x="6172200" y="4336256"/>
            <a:ext cx="2328863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</a:rPr>
              <a:t>演出票务</a:t>
            </a:r>
            <a:endParaRPr lang="en-US" sz="885" dirty="0"/>
          </a:p>
        </p:txBody>
      </p:sp>
      <p:sp>
        <p:nvSpPr>
          <p:cNvPr id="29" name="Text 26"/>
          <p:cNvSpPr/>
          <p:nvPr/>
        </p:nvSpPr>
        <p:spPr>
          <a:xfrm>
            <a:off x="6172200" y="4597003"/>
            <a:ext cx="2328863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</a:rPr>
              <a:t>本地生活服务</a:t>
            </a:r>
            <a:endParaRPr lang="en-US" sz="88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28625" y="428625"/>
            <a:ext cx="8286750" cy="4357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kern="0" spc="-1" dirty="0">
                <a:solidFill>
                  <a:srgbClr val="000000"/>
                </a:solidFill>
              </a:rPr>
              <a:t>覆盖范围：交易形态</a:t>
            </a:r>
            <a:endParaRPr lang="en-US" sz="2121" dirty="0"/>
          </a:p>
        </p:txBody>
      </p:sp>
      <p:sp>
        <p:nvSpPr>
          <p:cNvPr id="4" name="Text 1"/>
          <p:cNvSpPr/>
          <p:nvPr/>
        </p:nvSpPr>
        <p:spPr>
          <a:xfrm>
            <a:off x="428625" y="935831"/>
            <a:ext cx="8286750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666666"/>
                </a:solidFill>
              </a:rPr>
              <a:t>从单次授权到有限委托，逐步释放 Agent 潜力</a:t>
            </a:r>
            <a:endParaRPr lang="en-US" sz="1269" dirty="0"/>
          </a:p>
        </p:txBody>
      </p:sp>
      <p:sp>
        <p:nvSpPr>
          <p:cNvPr id="5" name="Shape 2"/>
          <p:cNvSpPr/>
          <p:nvPr/>
        </p:nvSpPr>
        <p:spPr>
          <a:xfrm>
            <a:off x="428625" y="1471613"/>
            <a:ext cx="2619384" cy="324326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3"/>
          <p:cNvSpPr/>
          <p:nvPr/>
        </p:nvSpPr>
        <p:spPr>
          <a:xfrm>
            <a:off x="428625" y="1471613"/>
            <a:ext cx="2619384" cy="5715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4"/>
          <p:cNvSpPr/>
          <p:nvPr/>
        </p:nvSpPr>
        <p:spPr>
          <a:xfrm>
            <a:off x="642938" y="1685925"/>
            <a:ext cx="800100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0000"/>
                </a:solidFill>
              </a:rPr>
              <a:t>单次授权</a:t>
            </a:r>
            <a:endParaRPr lang="en-US" sz="1397" dirty="0"/>
          </a:p>
        </p:txBody>
      </p:sp>
      <p:sp>
        <p:nvSpPr>
          <p:cNvPr id="8" name="Shape 5"/>
          <p:cNvSpPr/>
          <p:nvPr/>
        </p:nvSpPr>
        <p:spPr>
          <a:xfrm>
            <a:off x="2447934" y="1715393"/>
            <a:ext cx="385763" cy="230386"/>
          </a:xfrm>
          <a:prstGeom prst="rect">
            <a:avLst/>
          </a:prstGeom>
          <a:solidFill>
            <a:srgbClr val="E0FFE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2447934" y="1715393"/>
            <a:ext cx="385763" cy="230386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006600"/>
                </a:solidFill>
              </a:rPr>
              <a:t>起步</a:t>
            </a:r>
            <a:endParaRPr lang="en-US" sz="683" dirty="0"/>
          </a:p>
        </p:txBody>
      </p:sp>
      <p:sp>
        <p:nvSpPr>
          <p:cNvPr id="10" name="Text 7"/>
          <p:cNvSpPr/>
          <p:nvPr/>
        </p:nvSpPr>
        <p:spPr>
          <a:xfrm>
            <a:off x="642938" y="2118122"/>
            <a:ext cx="2190759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000000"/>
                </a:solidFill>
              </a:rPr>
              <a:t>"一事一议"。用户对每一次具体的购买意图进行明确确认。</a:t>
            </a:r>
            <a:endParaRPr lang="en-US" sz="942" dirty="0"/>
          </a:p>
        </p:txBody>
      </p:sp>
      <p:sp>
        <p:nvSpPr>
          <p:cNvPr id="11" name="Text 8"/>
          <p:cNvSpPr/>
          <p:nvPr/>
        </p:nvSpPr>
        <p:spPr>
          <a:xfrm>
            <a:off x="642938" y="3793331"/>
            <a:ext cx="4297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0000"/>
                </a:solidFill>
              </a:rPr>
              <a:t>•</a:t>
            </a:r>
            <a:endParaRPr lang="en-US" sz="784" dirty="0"/>
          </a:p>
        </p:txBody>
      </p:sp>
      <p:sp>
        <p:nvSpPr>
          <p:cNvPr id="12" name="Text 9"/>
          <p:cNvSpPr/>
          <p:nvPr/>
        </p:nvSpPr>
        <p:spPr>
          <a:xfrm>
            <a:off x="750094" y="3802261"/>
            <a:ext cx="4572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000000"/>
                </a:solidFill>
              </a:rPr>
              <a:t>风险最低</a:t>
            </a:r>
            <a:endParaRPr lang="en-US" sz="834" dirty="0"/>
          </a:p>
        </p:txBody>
      </p:sp>
      <p:sp>
        <p:nvSpPr>
          <p:cNvPr id="13" name="Text 10"/>
          <p:cNvSpPr/>
          <p:nvPr/>
        </p:nvSpPr>
        <p:spPr>
          <a:xfrm>
            <a:off x="642938" y="4029075"/>
            <a:ext cx="4297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0000"/>
                </a:solidFill>
              </a:rPr>
              <a:t>•</a:t>
            </a:r>
            <a:endParaRPr lang="en-US" sz="784" dirty="0"/>
          </a:p>
        </p:txBody>
      </p:sp>
      <p:sp>
        <p:nvSpPr>
          <p:cNvPr id="14" name="Text 11"/>
          <p:cNvSpPr/>
          <p:nvPr/>
        </p:nvSpPr>
        <p:spPr>
          <a:xfrm>
            <a:off x="750094" y="4038005"/>
            <a:ext cx="9144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000000"/>
                </a:solidFill>
              </a:rPr>
              <a:t>适合高客单价商品</a:t>
            </a:r>
            <a:endParaRPr lang="en-US" sz="834" dirty="0"/>
          </a:p>
        </p:txBody>
      </p:sp>
      <p:sp>
        <p:nvSpPr>
          <p:cNvPr id="15" name="Text 12"/>
          <p:cNvSpPr/>
          <p:nvPr/>
        </p:nvSpPr>
        <p:spPr>
          <a:xfrm>
            <a:off x="642938" y="4264819"/>
            <a:ext cx="4297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0000"/>
                </a:solidFill>
              </a:rPr>
              <a:t>•</a:t>
            </a:r>
            <a:endParaRPr lang="en-US" sz="784" dirty="0"/>
          </a:p>
        </p:txBody>
      </p:sp>
      <p:sp>
        <p:nvSpPr>
          <p:cNvPr id="16" name="Text 13"/>
          <p:cNvSpPr/>
          <p:nvPr/>
        </p:nvSpPr>
        <p:spPr>
          <a:xfrm>
            <a:off x="750094" y="4273748"/>
            <a:ext cx="6858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000000"/>
                </a:solidFill>
              </a:rPr>
              <a:t>用户掌控感强</a:t>
            </a:r>
            <a:endParaRPr lang="en-US" sz="834" dirty="0"/>
          </a:p>
        </p:txBody>
      </p:sp>
      <p:sp>
        <p:nvSpPr>
          <p:cNvPr id="17" name="Text 14"/>
          <p:cNvSpPr/>
          <p:nvPr/>
        </p:nvSpPr>
        <p:spPr>
          <a:xfrm>
            <a:off x="2990859" y="3093244"/>
            <a:ext cx="214313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595" dirty="0">
                <a:solidFill>
                  <a:srgbClr val="000000"/>
                </a:solidFill>
              </a:rPr>
              <a:t>→</a:t>
            </a:r>
            <a:endParaRPr lang="en-US" sz="1595" dirty="0"/>
          </a:p>
        </p:txBody>
      </p:sp>
      <p:sp>
        <p:nvSpPr>
          <p:cNvPr id="18" name="Shape 15"/>
          <p:cNvSpPr/>
          <p:nvPr/>
        </p:nvSpPr>
        <p:spPr>
          <a:xfrm>
            <a:off x="3196837" y="1390531"/>
            <a:ext cx="2750353" cy="3405425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6"/>
          <p:cNvSpPr/>
          <p:nvPr/>
        </p:nvSpPr>
        <p:spPr>
          <a:xfrm>
            <a:off x="3196837" y="1390531"/>
            <a:ext cx="2750353" cy="57150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7"/>
          <p:cNvSpPr/>
          <p:nvPr/>
        </p:nvSpPr>
        <p:spPr>
          <a:xfrm>
            <a:off x="3421865" y="1615559"/>
            <a:ext cx="840105" cy="3037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FFFF"/>
                </a:solidFill>
              </a:rPr>
              <a:t>有限委托</a:t>
            </a:r>
            <a:endParaRPr lang="en-US" sz="1397" dirty="0"/>
          </a:p>
        </p:txBody>
      </p:sp>
      <p:sp>
        <p:nvSpPr>
          <p:cNvPr id="23" name="Text 20"/>
          <p:cNvSpPr/>
          <p:nvPr/>
        </p:nvSpPr>
        <p:spPr>
          <a:xfrm>
            <a:off x="3421865" y="2069366"/>
            <a:ext cx="2300297" cy="405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CCCCCC"/>
                </a:solidFill>
              </a:rPr>
              <a:t>"预算制"。用户设定金额、商户或时间范围，Agent 在边界内自动执行。</a:t>
            </a:r>
            <a:endParaRPr lang="en-US" sz="942" dirty="0"/>
          </a:p>
        </p:txBody>
      </p:sp>
      <p:sp>
        <p:nvSpPr>
          <p:cNvPr id="24" name="Text 21"/>
          <p:cNvSpPr/>
          <p:nvPr/>
        </p:nvSpPr>
        <p:spPr>
          <a:xfrm>
            <a:off x="3421865" y="3828335"/>
            <a:ext cx="45123" cy="1631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•</a:t>
            </a:r>
            <a:endParaRPr lang="en-US" sz="784" dirty="0"/>
          </a:p>
        </p:txBody>
      </p:sp>
      <p:sp>
        <p:nvSpPr>
          <p:cNvPr id="25" name="Text 22"/>
          <p:cNvSpPr/>
          <p:nvPr/>
        </p:nvSpPr>
        <p:spPr>
          <a:xfrm>
            <a:off x="3534379" y="3837712"/>
            <a:ext cx="960120" cy="1631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FFFFFF"/>
                </a:solidFill>
              </a:rPr>
              <a:t>效率与安全的平衡</a:t>
            </a:r>
            <a:endParaRPr lang="en-US" sz="834" dirty="0"/>
          </a:p>
        </p:txBody>
      </p:sp>
      <p:sp>
        <p:nvSpPr>
          <p:cNvPr id="26" name="Text 23"/>
          <p:cNvSpPr/>
          <p:nvPr/>
        </p:nvSpPr>
        <p:spPr>
          <a:xfrm>
            <a:off x="3421865" y="4075866"/>
            <a:ext cx="45123" cy="1631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•</a:t>
            </a:r>
            <a:endParaRPr lang="en-US" sz="784" dirty="0"/>
          </a:p>
        </p:txBody>
      </p:sp>
      <p:sp>
        <p:nvSpPr>
          <p:cNvPr id="27" name="Text 24"/>
          <p:cNvSpPr/>
          <p:nvPr/>
        </p:nvSpPr>
        <p:spPr>
          <a:xfrm>
            <a:off x="3534379" y="4085243"/>
            <a:ext cx="1080135" cy="1631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FFFFFF"/>
                </a:solidFill>
              </a:rPr>
              <a:t>适合高频、低值消费</a:t>
            </a:r>
            <a:endParaRPr lang="en-US" sz="834" dirty="0"/>
          </a:p>
        </p:txBody>
      </p:sp>
      <p:sp>
        <p:nvSpPr>
          <p:cNvPr id="28" name="Text 25"/>
          <p:cNvSpPr/>
          <p:nvPr/>
        </p:nvSpPr>
        <p:spPr>
          <a:xfrm>
            <a:off x="3421865" y="4323398"/>
            <a:ext cx="45123" cy="1631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•</a:t>
            </a:r>
            <a:endParaRPr lang="en-US" sz="784" dirty="0"/>
          </a:p>
        </p:txBody>
      </p:sp>
      <p:sp>
        <p:nvSpPr>
          <p:cNvPr id="29" name="Text 26"/>
          <p:cNvSpPr/>
          <p:nvPr/>
        </p:nvSpPr>
        <p:spPr>
          <a:xfrm>
            <a:off x="3534379" y="4332774"/>
            <a:ext cx="1147585" cy="1631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FFFFFF"/>
                </a:solidFill>
              </a:rPr>
              <a:t>需 Pre-auth 机制支持</a:t>
            </a:r>
            <a:endParaRPr lang="en-US" sz="834" dirty="0"/>
          </a:p>
        </p:txBody>
      </p:sp>
      <p:sp>
        <p:nvSpPr>
          <p:cNvPr id="30" name="Text 27"/>
          <p:cNvSpPr/>
          <p:nvPr/>
        </p:nvSpPr>
        <p:spPr>
          <a:xfrm>
            <a:off x="5887183" y="3093244"/>
            <a:ext cx="225028" cy="328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595" dirty="0">
                <a:solidFill>
                  <a:srgbClr val="999999"/>
                </a:solidFill>
              </a:rPr>
              <a:t>→</a:t>
            </a:r>
            <a:endParaRPr lang="en-US" sz="1595" dirty="0"/>
          </a:p>
        </p:txBody>
      </p:sp>
      <p:sp>
        <p:nvSpPr>
          <p:cNvPr id="31" name="Shape 28"/>
          <p:cNvSpPr/>
          <p:nvPr/>
        </p:nvSpPr>
        <p:spPr>
          <a:xfrm>
            <a:off x="6096019" y="1471613"/>
            <a:ext cx="2619384" cy="3243263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29"/>
          <p:cNvSpPr/>
          <p:nvPr/>
        </p:nvSpPr>
        <p:spPr>
          <a:xfrm>
            <a:off x="6096019" y="1471613"/>
            <a:ext cx="2619384" cy="57150"/>
          </a:xfrm>
          <a:prstGeom prst="rect">
            <a:avLst/>
          </a:prstGeom>
          <a:solidFill>
            <a:srgbClr val="99999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0"/>
          <p:cNvSpPr/>
          <p:nvPr/>
        </p:nvSpPr>
        <p:spPr>
          <a:xfrm>
            <a:off x="6310331" y="1685925"/>
            <a:ext cx="1000125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666666"/>
                </a:solidFill>
              </a:rPr>
              <a:t>无限制委托</a:t>
            </a:r>
            <a:endParaRPr lang="en-US" sz="1397" dirty="0"/>
          </a:p>
        </p:txBody>
      </p:sp>
      <p:sp>
        <p:nvSpPr>
          <p:cNvPr id="34" name="Shape 31"/>
          <p:cNvSpPr/>
          <p:nvPr/>
        </p:nvSpPr>
        <p:spPr>
          <a:xfrm>
            <a:off x="7901015" y="1715393"/>
            <a:ext cx="600075" cy="230386"/>
          </a:xfrm>
          <a:prstGeom prst="rect">
            <a:avLst/>
          </a:prstGeom>
          <a:solidFill>
            <a:srgbClr val="66666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2"/>
          <p:cNvSpPr/>
          <p:nvPr/>
        </p:nvSpPr>
        <p:spPr>
          <a:xfrm>
            <a:off x="7901015" y="1715393"/>
            <a:ext cx="600075" cy="230386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FFFFFF"/>
                </a:solidFill>
              </a:rPr>
              <a:t>暂不建议</a:t>
            </a:r>
            <a:endParaRPr lang="en-US" sz="683" dirty="0"/>
          </a:p>
        </p:txBody>
      </p:sp>
      <p:sp>
        <p:nvSpPr>
          <p:cNvPr id="36" name="Text 33"/>
          <p:cNvSpPr/>
          <p:nvPr/>
        </p:nvSpPr>
        <p:spPr>
          <a:xfrm>
            <a:off x="6310331" y="2118122"/>
            <a:ext cx="2190759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666666"/>
                </a:solidFill>
              </a:rPr>
              <a:t>"全权代理"。Agent 拥有完全自主的资金支配权，无需用户前置确认。</a:t>
            </a:r>
            <a:endParaRPr lang="en-US" sz="942" dirty="0"/>
          </a:p>
        </p:txBody>
      </p:sp>
      <p:sp>
        <p:nvSpPr>
          <p:cNvPr id="37" name="Text 34"/>
          <p:cNvSpPr/>
          <p:nvPr/>
        </p:nvSpPr>
        <p:spPr>
          <a:xfrm>
            <a:off x="6310331" y="3793331"/>
            <a:ext cx="4297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666666"/>
                </a:solidFill>
              </a:rPr>
              <a:t>•</a:t>
            </a:r>
            <a:endParaRPr lang="en-US" sz="784" dirty="0"/>
          </a:p>
        </p:txBody>
      </p:sp>
      <p:sp>
        <p:nvSpPr>
          <p:cNvPr id="38" name="Text 35"/>
          <p:cNvSpPr/>
          <p:nvPr/>
        </p:nvSpPr>
        <p:spPr>
          <a:xfrm>
            <a:off x="6417487" y="3802261"/>
            <a:ext cx="6858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666666"/>
                </a:solidFill>
              </a:rPr>
              <a:t>欺诈风险极高</a:t>
            </a:r>
            <a:endParaRPr lang="en-US" sz="834" dirty="0"/>
          </a:p>
        </p:txBody>
      </p:sp>
      <p:sp>
        <p:nvSpPr>
          <p:cNvPr id="39" name="Text 36"/>
          <p:cNvSpPr/>
          <p:nvPr/>
        </p:nvSpPr>
        <p:spPr>
          <a:xfrm>
            <a:off x="6310331" y="4029075"/>
            <a:ext cx="4297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666666"/>
                </a:solidFill>
              </a:rPr>
              <a:t>•</a:t>
            </a:r>
            <a:endParaRPr lang="en-US" sz="784" dirty="0"/>
          </a:p>
        </p:txBody>
      </p:sp>
      <p:sp>
        <p:nvSpPr>
          <p:cNvPr id="40" name="Text 37"/>
          <p:cNvSpPr/>
          <p:nvPr/>
        </p:nvSpPr>
        <p:spPr>
          <a:xfrm>
            <a:off x="6417487" y="4038005"/>
            <a:ext cx="9144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666666"/>
                </a:solidFill>
              </a:rPr>
              <a:t>责任认定法律空白</a:t>
            </a:r>
            <a:endParaRPr lang="en-US" sz="834" dirty="0"/>
          </a:p>
        </p:txBody>
      </p:sp>
      <p:sp>
        <p:nvSpPr>
          <p:cNvPr id="41" name="Text 38"/>
          <p:cNvSpPr/>
          <p:nvPr/>
        </p:nvSpPr>
        <p:spPr>
          <a:xfrm>
            <a:off x="6310331" y="4264819"/>
            <a:ext cx="4297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666666"/>
                </a:solidFill>
              </a:rPr>
              <a:t>•</a:t>
            </a:r>
            <a:endParaRPr lang="en-US" sz="784" dirty="0"/>
          </a:p>
        </p:txBody>
      </p:sp>
      <p:sp>
        <p:nvSpPr>
          <p:cNvPr id="42" name="Text 39"/>
          <p:cNvSpPr/>
          <p:nvPr/>
        </p:nvSpPr>
        <p:spPr>
          <a:xfrm>
            <a:off x="6417487" y="4273748"/>
            <a:ext cx="10287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666666"/>
                </a:solidFill>
              </a:rPr>
              <a:t>当前阶段不建议推进</a:t>
            </a:r>
            <a:endParaRPr lang="en-US" sz="834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28625" y="428625"/>
            <a:ext cx="8286750" cy="4357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kern="0" spc="-1" dirty="0">
                <a:solidFill>
                  <a:srgbClr val="000000"/>
                </a:solidFill>
              </a:rPr>
              <a:t>覆盖范围：支付方式与参与方</a:t>
            </a:r>
            <a:endParaRPr lang="en-US" sz="2121" dirty="0"/>
          </a:p>
        </p:txBody>
      </p:sp>
      <p:sp>
        <p:nvSpPr>
          <p:cNvPr id="4" name="Text 1"/>
          <p:cNvSpPr/>
          <p:nvPr/>
        </p:nvSpPr>
        <p:spPr>
          <a:xfrm>
            <a:off x="428625" y="935831"/>
            <a:ext cx="8286750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666666"/>
                </a:solidFill>
              </a:rPr>
              <a:t>技术演进路线与核心视角</a:t>
            </a:r>
            <a:endParaRPr lang="en-US" sz="1269" dirty="0"/>
          </a:p>
        </p:txBody>
      </p:sp>
      <p:sp>
        <p:nvSpPr>
          <p:cNvPr id="5" name="Text 2"/>
          <p:cNvSpPr/>
          <p:nvPr/>
        </p:nvSpPr>
        <p:spPr>
          <a:xfrm>
            <a:off x="428625" y="1857375"/>
            <a:ext cx="4622006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kern="0" spc="2" dirty="0">
                <a:solidFill>
                  <a:srgbClr val="999999"/>
                </a:solidFill>
              </a:rPr>
              <a:t>支付方式演进</a:t>
            </a:r>
            <a:endParaRPr lang="en-US" sz="987" dirty="0"/>
          </a:p>
        </p:txBody>
      </p:sp>
      <p:sp>
        <p:nvSpPr>
          <p:cNvPr id="6" name="Text 3"/>
          <p:cNvSpPr/>
          <p:nvPr/>
        </p:nvSpPr>
        <p:spPr>
          <a:xfrm>
            <a:off x="671513" y="2278856"/>
            <a:ext cx="1697581" cy="1595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600" b="1" dirty="0">
                <a:solidFill>
                  <a:srgbClr val="FF4500"/>
                </a:solidFill>
              </a:rPr>
              <a:t>短期 (Short Term)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71513" y="2478881"/>
            <a:ext cx="4379119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0000"/>
                </a:solidFill>
              </a:rPr>
              <a:t>卡支付 (Card Payments)</a:t>
            </a:r>
            <a:endParaRPr lang="en-US" sz="1397" dirty="0"/>
          </a:p>
        </p:txBody>
      </p:sp>
      <p:sp>
        <p:nvSpPr>
          <p:cNvPr id="8" name="Text 5"/>
          <p:cNvSpPr/>
          <p:nvPr/>
        </p:nvSpPr>
        <p:spPr>
          <a:xfrm>
            <a:off x="671513" y="2839641"/>
            <a:ext cx="4379119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666666"/>
                </a:solidFill>
              </a:rPr>
              <a:t>基于成熟的 Tokenization 与 Card-on-File 基础设施。
 授权机制完善，争议处理流程标准，是当前落地的首选。</a:t>
            </a:r>
            <a:endParaRPr lang="en-US" sz="942" dirty="0"/>
          </a:p>
        </p:txBody>
      </p:sp>
      <p:sp>
        <p:nvSpPr>
          <p:cNvPr id="9" name="Text 6"/>
          <p:cNvSpPr/>
          <p:nvPr/>
        </p:nvSpPr>
        <p:spPr>
          <a:xfrm>
            <a:off x="671513" y="3511153"/>
            <a:ext cx="1530868" cy="1595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600" b="1" dirty="0">
                <a:solidFill>
                  <a:srgbClr val="FF4500"/>
                </a:solidFill>
              </a:rPr>
              <a:t>中期 (Mid Term)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71513" y="3711178"/>
            <a:ext cx="4379119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0000"/>
                </a:solidFill>
              </a:rPr>
              <a:t>A2A / Open Banking</a:t>
            </a:r>
            <a:endParaRPr lang="en-US" sz="1397" dirty="0"/>
          </a:p>
        </p:txBody>
      </p:sp>
      <p:sp>
        <p:nvSpPr>
          <p:cNvPr id="11" name="Text 8"/>
          <p:cNvSpPr/>
          <p:nvPr/>
        </p:nvSpPr>
        <p:spPr>
          <a:xfrm>
            <a:off x="671513" y="4055864"/>
            <a:ext cx="4379119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666666"/>
                </a:solidFill>
              </a:rPr>
              <a:t>随着开放银行 API 的普及，逐步引入账户对账户支付。
 优势在于成本更低，但需解决授权与撤销的标准化问题。</a:t>
            </a:r>
            <a:endParaRPr lang="en-US" sz="942" dirty="0"/>
          </a:p>
        </p:txBody>
      </p:sp>
      <p:sp>
        <p:nvSpPr>
          <p:cNvPr id="12" name="Shape 9"/>
          <p:cNvSpPr/>
          <p:nvPr/>
        </p:nvSpPr>
        <p:spPr>
          <a:xfrm>
            <a:off x="5486400" y="1500188"/>
            <a:ext cx="3657600" cy="3643313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0"/>
          <p:cNvSpPr/>
          <p:nvPr/>
        </p:nvSpPr>
        <p:spPr>
          <a:xfrm>
            <a:off x="5915025" y="1857375"/>
            <a:ext cx="280035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kern="0" spc="2" dirty="0">
                <a:solidFill>
                  <a:srgbClr val="666666"/>
                </a:solidFill>
              </a:rPr>
              <a:t>核心视角</a:t>
            </a:r>
            <a:endParaRPr lang="en-US" sz="987" dirty="0"/>
          </a:p>
        </p:txBody>
      </p:sp>
      <p:sp>
        <p:nvSpPr>
          <p:cNvPr id="14" name="Shape 11"/>
          <p:cNvSpPr/>
          <p:nvPr/>
        </p:nvSpPr>
        <p:spPr>
          <a:xfrm>
            <a:off x="5915025" y="2421731"/>
            <a:ext cx="2800350" cy="1950913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2"/>
          <p:cNvSpPr/>
          <p:nvPr/>
        </p:nvSpPr>
        <p:spPr>
          <a:xfrm>
            <a:off x="6129338" y="2636044"/>
            <a:ext cx="2371725" cy="6172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FFFFFF"/>
                </a:solidFill>
              </a:rPr>
              <a:t>PSP &amp;
收单机构</a:t>
            </a:r>
            <a:endParaRPr lang="en-US" sz="1808" dirty="0"/>
          </a:p>
        </p:txBody>
      </p:sp>
      <p:sp>
        <p:nvSpPr>
          <p:cNvPr id="16" name="Text 13"/>
          <p:cNvSpPr/>
          <p:nvPr/>
        </p:nvSpPr>
        <p:spPr>
          <a:xfrm>
            <a:off x="6129338" y="3324690"/>
            <a:ext cx="237172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CCCCCC"/>
                </a:solidFill>
              </a:rPr>
              <a:t>Primary Audience</a:t>
            </a:r>
            <a:endParaRPr lang="en-US" sz="942" dirty="0"/>
          </a:p>
        </p:txBody>
      </p:sp>
      <p:sp>
        <p:nvSpPr>
          <p:cNvPr id="17" name="Text 14"/>
          <p:cNvSpPr/>
          <p:nvPr/>
        </p:nvSpPr>
        <p:spPr>
          <a:xfrm>
            <a:off x="6129338" y="3642587"/>
            <a:ext cx="2371725" cy="515745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999999"/>
                </a:solidFill>
              </a:rPr>
              <a:t>作为连接 Agent 平台与底层金融网络的执行层，PSP 是规则落地与风险控制的关键枢纽。</a:t>
            </a:r>
            <a:endParaRPr lang="en-US" sz="834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428625" y="1271588"/>
            <a:ext cx="8286750" cy="28575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428625" y="428625"/>
            <a:ext cx="8286750" cy="4357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kern="0" spc="-1" dirty="0">
                <a:solidFill>
                  <a:srgbClr val="000000"/>
                </a:solidFill>
              </a:rPr>
              <a:t>非本篇重点讨论内容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428625" y="935831"/>
            <a:ext cx="8286750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666666"/>
                </a:solidFill>
              </a:rPr>
              <a:t>明确边界，聚焦业务逻辑与架构设计</a:t>
            </a:r>
            <a:endParaRPr lang="en-US" sz="1269" dirty="0"/>
          </a:p>
        </p:txBody>
      </p:sp>
      <p:sp>
        <p:nvSpPr>
          <p:cNvPr id="7" name="Shape 4"/>
          <p:cNvSpPr/>
          <p:nvPr/>
        </p:nvSpPr>
        <p:spPr>
          <a:xfrm>
            <a:off x="642938" y="1823442"/>
            <a:ext cx="7858125" cy="721519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5"/>
          <p:cNvSpPr/>
          <p:nvPr/>
        </p:nvSpPr>
        <p:spPr>
          <a:xfrm>
            <a:off x="642938" y="1823442"/>
            <a:ext cx="57150" cy="721519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742950" y="1923455"/>
            <a:ext cx="165283" cy="264319"/>
          </a:xfrm>
          <a:prstGeom prst="rect">
            <a:avLst/>
          </a:prstGeom>
          <a:noFill/>
          <a:ln/>
        </p:spPr>
        <p:txBody>
          <a:bodyPr wrap="none" lIns="0" tIns="42545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2" b="1" dirty="0">
                <a:solidFill>
                  <a:srgbClr val="CCCCCC"/>
                </a:solidFill>
              </a:rPr>
              <a:t>X</a:t>
            </a:r>
            <a:endParaRPr lang="en-US" sz="1602" dirty="0"/>
          </a:p>
        </p:txBody>
      </p:sp>
      <p:sp>
        <p:nvSpPr>
          <p:cNvPr id="10" name="Text 7"/>
          <p:cNvSpPr/>
          <p:nvPr/>
        </p:nvSpPr>
        <p:spPr>
          <a:xfrm>
            <a:off x="1051108" y="1923455"/>
            <a:ext cx="7349942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strike="sngStrike" dirty="0">
                <a:solidFill>
                  <a:srgbClr val="999999"/>
                </a:solidFill>
              </a:rPr>
              <a:t>AI Agent 模型能力</a:t>
            </a:r>
            <a:endParaRPr lang="en-US" sz="1193" dirty="0"/>
          </a:p>
        </p:txBody>
      </p:sp>
      <p:sp>
        <p:nvSpPr>
          <p:cNvPr id="11" name="Text 8"/>
          <p:cNvSpPr/>
          <p:nvPr/>
        </p:nvSpPr>
        <p:spPr>
          <a:xfrm>
            <a:off x="1051108" y="2230636"/>
            <a:ext cx="734994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666666"/>
                </a:solidFill>
              </a:rPr>
              <a:t>不讨论 LLM 的训练、微调、Prompt 工程或具体的推理性能优化。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42938" y="2616398"/>
            <a:ext cx="7858125" cy="721519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0"/>
          <p:cNvSpPr/>
          <p:nvPr/>
        </p:nvSpPr>
        <p:spPr>
          <a:xfrm>
            <a:off x="642938" y="2616398"/>
            <a:ext cx="57150" cy="721519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1"/>
          <p:cNvSpPr/>
          <p:nvPr/>
        </p:nvSpPr>
        <p:spPr>
          <a:xfrm>
            <a:off x="742950" y="2716411"/>
            <a:ext cx="165283" cy="264319"/>
          </a:xfrm>
          <a:prstGeom prst="rect">
            <a:avLst/>
          </a:prstGeom>
          <a:noFill/>
          <a:ln/>
        </p:spPr>
        <p:txBody>
          <a:bodyPr wrap="none" lIns="0" tIns="42545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2" b="1" dirty="0">
                <a:solidFill>
                  <a:srgbClr val="CCCCCC"/>
                </a:solidFill>
              </a:rPr>
              <a:t>X</a:t>
            </a:r>
            <a:endParaRPr lang="en-US" sz="1602" dirty="0"/>
          </a:p>
        </p:txBody>
      </p:sp>
      <p:sp>
        <p:nvSpPr>
          <p:cNvPr id="15" name="Text 12"/>
          <p:cNvSpPr/>
          <p:nvPr/>
        </p:nvSpPr>
        <p:spPr>
          <a:xfrm>
            <a:off x="1051108" y="2716411"/>
            <a:ext cx="7349942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strike="sngStrike" dirty="0">
                <a:solidFill>
                  <a:srgbClr val="999999"/>
                </a:solidFill>
              </a:rPr>
              <a:t>具体协议技术细节</a:t>
            </a:r>
            <a:endParaRPr lang="en-US" sz="1193" dirty="0"/>
          </a:p>
        </p:txBody>
      </p:sp>
      <p:sp>
        <p:nvSpPr>
          <p:cNvPr id="16" name="Text 13"/>
          <p:cNvSpPr/>
          <p:nvPr/>
        </p:nvSpPr>
        <p:spPr>
          <a:xfrm>
            <a:off x="1051108" y="3023592"/>
            <a:ext cx="734994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666666"/>
                </a:solidFill>
              </a:rPr>
              <a:t>不涉及 ISO 8583、API 报文的具体字段定义或底层通信协议实现。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42938" y="3409355"/>
            <a:ext cx="7858125" cy="721519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5"/>
          <p:cNvSpPr/>
          <p:nvPr/>
        </p:nvSpPr>
        <p:spPr>
          <a:xfrm>
            <a:off x="642938" y="3409355"/>
            <a:ext cx="57150" cy="721519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6"/>
          <p:cNvSpPr/>
          <p:nvPr/>
        </p:nvSpPr>
        <p:spPr>
          <a:xfrm>
            <a:off x="742950" y="3509367"/>
            <a:ext cx="165283" cy="264319"/>
          </a:xfrm>
          <a:prstGeom prst="rect">
            <a:avLst/>
          </a:prstGeom>
          <a:noFill/>
          <a:ln/>
        </p:spPr>
        <p:txBody>
          <a:bodyPr wrap="none" lIns="0" tIns="42545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2" b="1" dirty="0">
                <a:solidFill>
                  <a:srgbClr val="CCCCCC"/>
                </a:solidFill>
              </a:rPr>
              <a:t>X</a:t>
            </a:r>
            <a:endParaRPr lang="en-US" sz="1602" dirty="0"/>
          </a:p>
        </p:txBody>
      </p:sp>
      <p:sp>
        <p:nvSpPr>
          <p:cNvPr id="20" name="Text 17"/>
          <p:cNvSpPr/>
          <p:nvPr/>
        </p:nvSpPr>
        <p:spPr>
          <a:xfrm>
            <a:off x="1051108" y="3509367"/>
            <a:ext cx="7349942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strike="sngStrike" dirty="0">
                <a:solidFill>
                  <a:srgbClr val="999999"/>
                </a:solidFill>
              </a:rPr>
              <a:t>法律条款解读</a:t>
            </a:r>
            <a:endParaRPr lang="en-US" sz="1193" dirty="0"/>
          </a:p>
        </p:txBody>
      </p:sp>
      <p:sp>
        <p:nvSpPr>
          <p:cNvPr id="21" name="Text 18"/>
          <p:cNvSpPr/>
          <p:nvPr/>
        </p:nvSpPr>
        <p:spPr>
          <a:xfrm>
            <a:off x="1051108" y="3816548"/>
            <a:ext cx="734994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666666"/>
                </a:solidFill>
              </a:rPr>
              <a:t>不提供 GDPR、PSD2 等法规的具体合规法律建议，仅讨论业务合规框架。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480506" y="4188024"/>
            <a:ext cx="8286750" cy="389334"/>
          </a:xfrm>
          <a:prstGeom prst="rect">
            <a:avLst/>
          </a:prstGeom>
          <a:solidFill>
            <a:srgbClr val="000000">
              <a:alpha val="0"/>
            </a:srgbClr>
          </a:solidFill>
          <a:ln w="18288">
            <a:solidFill>
              <a:srgbClr val="000000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0"/>
          <p:cNvSpPr/>
          <p:nvPr/>
        </p:nvSpPr>
        <p:spPr>
          <a:xfrm>
            <a:off x="376744" y="4221957"/>
            <a:ext cx="8286750" cy="38933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0000"/>
                </a:solidFill>
              </a:rPr>
              <a:t>本最佳实践聚焦于：业务流程、角色分工、风险治理与架构原则</a:t>
            </a:r>
            <a:endParaRPr lang="en-US" sz="88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14375" y="842963"/>
            <a:ext cx="1867050" cy="1467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800"/>
              </a:lnSpc>
              <a:buNone/>
            </a:pPr>
            <a:r>
              <a:rPr lang="en-US" sz="12436" b="1" kern="0" spc="-8" dirty="0"/>
              <a:t>04</a:t>
            </a:r>
            <a:endParaRPr lang="en-US" sz="12436" dirty="0"/>
          </a:p>
        </p:txBody>
      </p:sp>
      <p:sp>
        <p:nvSpPr>
          <p:cNvPr id="4" name="Shape 1"/>
          <p:cNvSpPr/>
          <p:nvPr/>
        </p:nvSpPr>
        <p:spPr>
          <a:xfrm>
            <a:off x="714375" y="2500313"/>
            <a:ext cx="7715250" cy="180022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2"/>
          <p:cNvSpPr/>
          <p:nvPr/>
        </p:nvSpPr>
        <p:spPr>
          <a:xfrm>
            <a:off x="714375" y="2500313"/>
            <a:ext cx="85725" cy="180022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1143000" y="2500313"/>
            <a:ext cx="7286625" cy="620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145" b="1" kern="0" spc="-2" dirty="0">
                <a:solidFill>
                  <a:srgbClr val="FFFFFF"/>
                </a:solidFill>
              </a:rPr>
              <a:t>Agentic Payment </a:t>
            </a:r>
            <a:r>
              <a:rPr lang="en-US" sz="4145" b="1" kern="0" spc="-2" dirty="0" err="1">
                <a:solidFill>
                  <a:srgbClr val="FFFFFF"/>
                </a:solidFill>
              </a:rPr>
              <a:t>支付链路</a:t>
            </a:r>
            <a:endParaRPr lang="en-US" sz="4145" dirty="0"/>
          </a:p>
        </p:txBody>
      </p:sp>
      <p:sp>
        <p:nvSpPr>
          <p:cNvPr id="7" name="Text 4"/>
          <p:cNvSpPr/>
          <p:nvPr/>
        </p:nvSpPr>
        <p:spPr>
          <a:xfrm>
            <a:off x="1143000" y="3900488"/>
            <a:ext cx="7286625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145" dirty="0">
                <a:solidFill>
                  <a:srgbClr val="CCCCCC"/>
                </a:solidFill>
              </a:rPr>
              <a:t>参与方、能力与协同机制</a:t>
            </a:r>
            <a:endParaRPr lang="en-US" sz="214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28625" y="428625"/>
            <a:ext cx="8286750" cy="4357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kern="0" spc="-1" dirty="0">
                <a:solidFill>
                  <a:srgbClr val="000000"/>
                </a:solidFill>
              </a:rPr>
              <a:t>参与方全景：Agentic 交易链路中的关键角色</a:t>
            </a:r>
            <a:endParaRPr lang="en-US" sz="2121" dirty="0"/>
          </a:p>
        </p:txBody>
      </p:sp>
      <p:sp>
        <p:nvSpPr>
          <p:cNvPr id="4" name="Text 1"/>
          <p:cNvSpPr/>
          <p:nvPr/>
        </p:nvSpPr>
        <p:spPr>
          <a:xfrm>
            <a:off x="428625" y="935831"/>
            <a:ext cx="2223366" cy="1965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666666"/>
                </a:solidFill>
              </a:rPr>
              <a:t>从 “</a:t>
            </a:r>
            <a:r>
              <a:rPr lang="zh-CN" altLang="en-US" sz="1269" dirty="0">
                <a:solidFill>
                  <a:srgbClr val="666666"/>
                </a:solidFill>
              </a:rPr>
              <a:t>四</a:t>
            </a:r>
            <a:r>
              <a:rPr lang="en-US" sz="1269" dirty="0" err="1">
                <a:solidFill>
                  <a:srgbClr val="666666"/>
                </a:solidFill>
              </a:rPr>
              <a:t>方模式</a:t>
            </a:r>
            <a:r>
              <a:rPr lang="en-US" sz="1269" dirty="0">
                <a:solidFill>
                  <a:srgbClr val="666666"/>
                </a:solidFill>
              </a:rPr>
              <a:t>" 向 "</a:t>
            </a:r>
            <a:r>
              <a:rPr lang="en-US" sz="1269" dirty="0" err="1">
                <a:solidFill>
                  <a:srgbClr val="666666"/>
                </a:solidFill>
              </a:rPr>
              <a:t>生态</a:t>
            </a:r>
            <a:r>
              <a:rPr lang="en-US" sz="1269" dirty="0">
                <a:solidFill>
                  <a:srgbClr val="666666"/>
                </a:solidFill>
              </a:rPr>
              <a:t>" 的扩展</a:t>
            </a:r>
            <a:endParaRPr lang="en-US" sz="1269" dirty="0"/>
          </a:p>
        </p:txBody>
      </p:sp>
      <p:sp>
        <p:nvSpPr>
          <p:cNvPr id="5" name="Shape 2"/>
          <p:cNvSpPr/>
          <p:nvPr/>
        </p:nvSpPr>
        <p:spPr>
          <a:xfrm>
            <a:off x="0" y="1500189"/>
            <a:ext cx="3200400" cy="3088778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142875" y="1643063"/>
            <a:ext cx="2914650" cy="250031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kern="0" spc="2" dirty="0">
                <a:solidFill>
                  <a:srgbClr val="FF4500"/>
                </a:solidFill>
              </a:rPr>
              <a:t>意图层 (Intent Layer)</a:t>
            </a:r>
            <a:endParaRPr lang="en-US" sz="784" dirty="0"/>
          </a:p>
        </p:txBody>
      </p:sp>
      <p:sp>
        <p:nvSpPr>
          <p:cNvPr id="7" name="Shape 4"/>
          <p:cNvSpPr/>
          <p:nvPr/>
        </p:nvSpPr>
        <p:spPr>
          <a:xfrm>
            <a:off x="142875" y="2035969"/>
            <a:ext cx="2914650" cy="692944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5"/>
          <p:cNvSpPr/>
          <p:nvPr/>
        </p:nvSpPr>
        <p:spPr>
          <a:xfrm>
            <a:off x="142875" y="2035969"/>
            <a:ext cx="42863" cy="692944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285750" y="2178844"/>
            <a:ext cx="262890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</a:rPr>
              <a:t>User (用户)</a:t>
            </a:r>
            <a:endParaRPr lang="en-US" sz="1090" dirty="0"/>
          </a:p>
        </p:txBody>
      </p:sp>
      <p:sp>
        <p:nvSpPr>
          <p:cNvPr id="10" name="Text 7"/>
          <p:cNvSpPr/>
          <p:nvPr/>
        </p:nvSpPr>
        <p:spPr>
          <a:xfrm>
            <a:off x="285750" y="2441377"/>
            <a:ext cx="262890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FFFFFF">
                    <a:alpha val="80000"/>
                  </a:srgbClr>
                </a:solidFill>
              </a:rPr>
              <a:t>意图发起者与最终授权者</a:t>
            </a:r>
            <a:endParaRPr lang="en-US" sz="727" dirty="0"/>
          </a:p>
        </p:txBody>
      </p:sp>
      <p:sp>
        <p:nvSpPr>
          <p:cNvPr id="11" name="Shape 8"/>
          <p:cNvSpPr/>
          <p:nvPr/>
        </p:nvSpPr>
        <p:spPr>
          <a:xfrm>
            <a:off x="70009" y="2826201"/>
            <a:ext cx="3060383" cy="714464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9"/>
          <p:cNvSpPr/>
          <p:nvPr/>
        </p:nvSpPr>
        <p:spPr>
          <a:xfrm>
            <a:off x="70009" y="2826201"/>
            <a:ext cx="71438" cy="714464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0"/>
          <p:cNvSpPr/>
          <p:nvPr/>
        </p:nvSpPr>
        <p:spPr>
          <a:xfrm>
            <a:off x="220028" y="2976220"/>
            <a:ext cx="1530924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</a:rPr>
              <a:t>AI Agent Platform</a:t>
            </a:r>
            <a:endParaRPr lang="en-US" sz="1090" dirty="0"/>
          </a:p>
        </p:txBody>
      </p:sp>
      <p:sp>
        <p:nvSpPr>
          <p:cNvPr id="14" name="Shape 11"/>
          <p:cNvSpPr/>
          <p:nvPr/>
        </p:nvSpPr>
        <p:spPr>
          <a:xfrm>
            <a:off x="1825961" y="3040857"/>
            <a:ext cx="527790" cy="133142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2"/>
          <p:cNvSpPr/>
          <p:nvPr/>
        </p:nvSpPr>
        <p:spPr>
          <a:xfrm>
            <a:off x="1825961" y="3040857"/>
            <a:ext cx="527790" cy="133142"/>
          </a:xfrm>
          <a:prstGeom prst="rect">
            <a:avLst/>
          </a:prstGeom>
          <a:noFill/>
          <a:ln/>
        </p:spPr>
        <p:txBody>
          <a:bodyPr wrap="square" lIns="51054" tIns="17018" rIns="51054" bIns="17018" rtlCol="0" anchor="ctr">
            <a:spAutoFit/>
          </a:bodyPr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485" b="1" dirty="0">
                <a:solidFill>
                  <a:srgbClr val="FFFFFF"/>
                </a:solidFill>
              </a:rPr>
              <a:t>New Entry</a:t>
            </a:r>
            <a:endParaRPr lang="en-US" sz="485" dirty="0"/>
          </a:p>
        </p:txBody>
      </p:sp>
      <p:sp>
        <p:nvSpPr>
          <p:cNvPr id="16" name="Text 13"/>
          <p:cNvSpPr/>
          <p:nvPr/>
        </p:nvSpPr>
        <p:spPr>
          <a:xfrm>
            <a:off x="220028" y="3238753"/>
            <a:ext cx="2760345" cy="1518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FFFFFF">
                    <a:alpha val="80000"/>
                  </a:srgbClr>
                </a:solidFill>
              </a:rPr>
              <a:t>交易编排、决策代理与流量入口</a:t>
            </a:r>
            <a:endParaRPr lang="en-US" sz="727" dirty="0"/>
          </a:p>
        </p:txBody>
      </p:sp>
      <p:sp>
        <p:nvSpPr>
          <p:cNvPr id="17" name="Shape 14"/>
          <p:cNvSpPr/>
          <p:nvPr/>
        </p:nvSpPr>
        <p:spPr>
          <a:xfrm>
            <a:off x="142875" y="3637955"/>
            <a:ext cx="2914650" cy="680442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5"/>
          <p:cNvSpPr/>
          <p:nvPr/>
        </p:nvSpPr>
        <p:spPr>
          <a:xfrm>
            <a:off x="142875" y="3637955"/>
            <a:ext cx="42863" cy="680442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6"/>
          <p:cNvSpPr/>
          <p:nvPr/>
        </p:nvSpPr>
        <p:spPr>
          <a:xfrm>
            <a:off x="285750" y="3780830"/>
            <a:ext cx="26289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</a:rPr>
              <a:t>Model Provider</a:t>
            </a:r>
            <a:endParaRPr lang="en-US" sz="1090" dirty="0"/>
          </a:p>
        </p:txBody>
      </p:sp>
      <p:sp>
        <p:nvSpPr>
          <p:cNvPr id="20" name="Text 17"/>
          <p:cNvSpPr/>
          <p:nvPr/>
        </p:nvSpPr>
        <p:spPr>
          <a:xfrm>
            <a:off x="285750" y="4030861"/>
            <a:ext cx="262890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FFFFFF">
                    <a:alpha val="80000"/>
                  </a:srgbClr>
                </a:solidFill>
              </a:rPr>
              <a:t>提供底层推理与规划能力</a:t>
            </a:r>
            <a:endParaRPr lang="en-US" sz="727" dirty="0"/>
          </a:p>
        </p:txBody>
      </p:sp>
      <p:sp>
        <p:nvSpPr>
          <p:cNvPr id="24" name="Shape 21"/>
          <p:cNvSpPr/>
          <p:nvPr/>
        </p:nvSpPr>
        <p:spPr>
          <a:xfrm>
            <a:off x="5479256" y="1500188"/>
            <a:ext cx="7144" cy="3643313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2"/>
          <p:cNvSpPr/>
          <p:nvPr/>
        </p:nvSpPr>
        <p:spPr>
          <a:xfrm>
            <a:off x="3343275" y="2721769"/>
            <a:ext cx="2000250" cy="250031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kern="0" spc="2" dirty="0">
                <a:solidFill>
                  <a:srgbClr val="000000"/>
                </a:solidFill>
              </a:rPr>
              <a:t>交互层 (Interaction)</a:t>
            </a:r>
            <a:endParaRPr lang="en-US" sz="784" dirty="0"/>
          </a:p>
        </p:txBody>
      </p:sp>
      <p:sp>
        <p:nvSpPr>
          <p:cNvPr id="26" name="Shape 23"/>
          <p:cNvSpPr/>
          <p:nvPr/>
        </p:nvSpPr>
        <p:spPr>
          <a:xfrm>
            <a:off x="3446744" y="3023478"/>
            <a:ext cx="2000250" cy="692944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4"/>
          <p:cNvSpPr/>
          <p:nvPr/>
        </p:nvSpPr>
        <p:spPr>
          <a:xfrm>
            <a:off x="3343275" y="3114675"/>
            <a:ext cx="42863" cy="692944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5"/>
          <p:cNvSpPr/>
          <p:nvPr/>
        </p:nvSpPr>
        <p:spPr>
          <a:xfrm>
            <a:off x="3486150" y="3257550"/>
            <a:ext cx="171450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0000"/>
                </a:solidFill>
              </a:rPr>
              <a:t>Merchant (商户)</a:t>
            </a:r>
            <a:endParaRPr lang="en-US" sz="1090" dirty="0"/>
          </a:p>
        </p:txBody>
      </p:sp>
      <p:sp>
        <p:nvSpPr>
          <p:cNvPr id="29" name="Text 26"/>
          <p:cNvSpPr/>
          <p:nvPr/>
        </p:nvSpPr>
        <p:spPr>
          <a:xfrm>
            <a:off x="3486150" y="3520083"/>
            <a:ext cx="171450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000000">
                    <a:alpha val="80000"/>
                  </a:srgbClr>
                </a:solidFill>
              </a:rPr>
              <a:t>商品/服务提供方，需适配 Agent 访问</a:t>
            </a:r>
            <a:endParaRPr lang="en-US" sz="727" dirty="0"/>
          </a:p>
        </p:txBody>
      </p:sp>
      <p:sp>
        <p:nvSpPr>
          <p:cNvPr id="32" name="Shape 29"/>
          <p:cNvSpPr/>
          <p:nvPr/>
        </p:nvSpPr>
        <p:spPr>
          <a:xfrm>
            <a:off x="5446994" y="1435893"/>
            <a:ext cx="3657600" cy="3643313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0"/>
          <p:cNvSpPr/>
          <p:nvPr/>
        </p:nvSpPr>
        <p:spPr>
          <a:xfrm>
            <a:off x="5629275" y="1717179"/>
            <a:ext cx="3371850" cy="250031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kern="0" spc="2" dirty="0">
                <a:solidFill>
                  <a:srgbClr val="666666"/>
                </a:solidFill>
              </a:rPr>
              <a:t>结算层 (Settlement)</a:t>
            </a:r>
            <a:endParaRPr lang="en-US" sz="784" dirty="0"/>
          </a:p>
        </p:txBody>
      </p:sp>
      <p:sp>
        <p:nvSpPr>
          <p:cNvPr id="34" name="Shape 31"/>
          <p:cNvSpPr/>
          <p:nvPr/>
        </p:nvSpPr>
        <p:spPr>
          <a:xfrm>
            <a:off x="5629275" y="2110085"/>
            <a:ext cx="3371850" cy="6090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2"/>
          <p:cNvSpPr/>
          <p:nvPr/>
        </p:nvSpPr>
        <p:spPr>
          <a:xfrm>
            <a:off x="5629275" y="2110085"/>
            <a:ext cx="42863" cy="609005"/>
          </a:xfrm>
          <a:prstGeom prst="rect">
            <a:avLst/>
          </a:prstGeom>
          <a:solidFill>
            <a:srgbClr val="99999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3"/>
          <p:cNvSpPr/>
          <p:nvPr/>
        </p:nvSpPr>
        <p:spPr>
          <a:xfrm>
            <a:off x="5736431" y="2217241"/>
            <a:ext cx="315753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0000"/>
                </a:solidFill>
              </a:rPr>
              <a:t>PSP / Gateway</a:t>
            </a:r>
            <a:endParaRPr lang="en-US" sz="1090" dirty="0"/>
          </a:p>
        </p:txBody>
      </p:sp>
      <p:sp>
        <p:nvSpPr>
          <p:cNvPr id="37" name="Text 34"/>
          <p:cNvSpPr/>
          <p:nvPr/>
        </p:nvSpPr>
        <p:spPr>
          <a:xfrm>
            <a:off x="5736431" y="2467273"/>
            <a:ext cx="3157538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000000">
                    <a:alpha val="80000"/>
                  </a:srgbClr>
                </a:solidFill>
              </a:rPr>
              <a:t>支付执行与连接</a:t>
            </a:r>
            <a:endParaRPr lang="en-US" sz="727" dirty="0"/>
          </a:p>
        </p:txBody>
      </p:sp>
      <p:sp>
        <p:nvSpPr>
          <p:cNvPr id="38" name="Shape 35"/>
          <p:cNvSpPr/>
          <p:nvPr/>
        </p:nvSpPr>
        <p:spPr>
          <a:xfrm>
            <a:off x="5629275" y="2804815"/>
            <a:ext cx="3371850" cy="62150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6"/>
          <p:cNvSpPr/>
          <p:nvPr/>
        </p:nvSpPr>
        <p:spPr>
          <a:xfrm>
            <a:off x="5629275" y="2804815"/>
            <a:ext cx="42863" cy="621506"/>
          </a:xfrm>
          <a:prstGeom prst="rect">
            <a:avLst/>
          </a:prstGeom>
          <a:solidFill>
            <a:srgbClr val="99999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7"/>
          <p:cNvSpPr/>
          <p:nvPr/>
        </p:nvSpPr>
        <p:spPr>
          <a:xfrm>
            <a:off x="5736431" y="2911971"/>
            <a:ext cx="315753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0000"/>
                </a:solidFill>
              </a:rPr>
              <a:t>Acquirer (收单机构)</a:t>
            </a:r>
            <a:endParaRPr lang="en-US" sz="1090" dirty="0"/>
          </a:p>
        </p:txBody>
      </p:sp>
      <p:sp>
        <p:nvSpPr>
          <p:cNvPr id="41" name="Text 38"/>
          <p:cNvSpPr/>
          <p:nvPr/>
        </p:nvSpPr>
        <p:spPr>
          <a:xfrm>
            <a:off x="5736431" y="3174504"/>
            <a:ext cx="3157538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000000">
                    <a:alpha val="80000"/>
                  </a:srgbClr>
                </a:solidFill>
              </a:rPr>
              <a:t>资金清算与风控</a:t>
            </a:r>
            <a:endParaRPr lang="en-US" sz="727" dirty="0"/>
          </a:p>
        </p:txBody>
      </p:sp>
      <p:sp>
        <p:nvSpPr>
          <p:cNvPr id="42" name="Shape 39"/>
          <p:cNvSpPr/>
          <p:nvPr/>
        </p:nvSpPr>
        <p:spPr>
          <a:xfrm>
            <a:off x="5629275" y="3512046"/>
            <a:ext cx="3371850" cy="62150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0"/>
          <p:cNvSpPr/>
          <p:nvPr/>
        </p:nvSpPr>
        <p:spPr>
          <a:xfrm>
            <a:off x="5629275" y="3512046"/>
            <a:ext cx="42863" cy="621506"/>
          </a:xfrm>
          <a:prstGeom prst="rect">
            <a:avLst/>
          </a:prstGeom>
          <a:solidFill>
            <a:srgbClr val="99999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1"/>
          <p:cNvSpPr/>
          <p:nvPr/>
        </p:nvSpPr>
        <p:spPr>
          <a:xfrm>
            <a:off x="5736431" y="3619202"/>
            <a:ext cx="315753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0000"/>
                </a:solidFill>
              </a:rPr>
              <a:t>Card Scheme (卡组织)</a:t>
            </a:r>
            <a:endParaRPr lang="en-US" sz="1090" dirty="0"/>
          </a:p>
        </p:txBody>
      </p:sp>
      <p:sp>
        <p:nvSpPr>
          <p:cNvPr id="45" name="Text 42"/>
          <p:cNvSpPr/>
          <p:nvPr/>
        </p:nvSpPr>
        <p:spPr>
          <a:xfrm>
            <a:off x="5736431" y="3881735"/>
            <a:ext cx="3157538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000000">
                    <a:alpha val="80000"/>
                  </a:srgbClr>
                </a:solidFill>
              </a:rPr>
              <a:t>网络规则与转接</a:t>
            </a:r>
            <a:endParaRPr lang="en-US" sz="727" dirty="0"/>
          </a:p>
        </p:txBody>
      </p:sp>
      <p:sp>
        <p:nvSpPr>
          <p:cNvPr id="46" name="Shape 43"/>
          <p:cNvSpPr/>
          <p:nvPr/>
        </p:nvSpPr>
        <p:spPr>
          <a:xfrm>
            <a:off x="5629275" y="4219277"/>
            <a:ext cx="3371850" cy="62150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Shape 44"/>
          <p:cNvSpPr/>
          <p:nvPr/>
        </p:nvSpPr>
        <p:spPr>
          <a:xfrm>
            <a:off x="5629275" y="4219277"/>
            <a:ext cx="42863" cy="621506"/>
          </a:xfrm>
          <a:prstGeom prst="rect">
            <a:avLst/>
          </a:prstGeom>
          <a:solidFill>
            <a:srgbClr val="99999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5"/>
          <p:cNvSpPr/>
          <p:nvPr/>
        </p:nvSpPr>
        <p:spPr>
          <a:xfrm>
            <a:off x="5736431" y="4326434"/>
            <a:ext cx="315753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0000"/>
                </a:solidFill>
              </a:rPr>
              <a:t>Issuer (发卡行)</a:t>
            </a:r>
            <a:endParaRPr lang="en-US" sz="1090" dirty="0"/>
          </a:p>
        </p:txBody>
      </p:sp>
      <p:sp>
        <p:nvSpPr>
          <p:cNvPr id="49" name="Text 46"/>
          <p:cNvSpPr/>
          <p:nvPr/>
        </p:nvSpPr>
        <p:spPr>
          <a:xfrm>
            <a:off x="5736431" y="4588966"/>
            <a:ext cx="3157538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000000">
                    <a:alpha val="80000"/>
                  </a:srgbClr>
                </a:solidFill>
              </a:rPr>
              <a:t>账户管理与授权</a:t>
            </a:r>
            <a:endParaRPr lang="en-US" sz="727" dirty="0"/>
          </a:p>
        </p:txBody>
      </p:sp>
      <p:sp>
        <p:nvSpPr>
          <p:cNvPr id="53" name="箭头: 右 52">
            <a:extLst>
              <a:ext uri="{FF2B5EF4-FFF2-40B4-BE49-F238E27FC236}">
                <a16:creationId xmlns:a16="http://schemas.microsoft.com/office/drawing/2014/main" id="{22D36005-F6D0-1837-A1B7-3C1338296A72}"/>
              </a:ext>
            </a:extLst>
          </p:cNvPr>
          <p:cNvSpPr/>
          <p:nvPr/>
        </p:nvSpPr>
        <p:spPr>
          <a:xfrm>
            <a:off x="4808898" y="2060503"/>
            <a:ext cx="748940" cy="313476"/>
          </a:xfrm>
          <a:prstGeom prst="rightArrow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zh-CN" altLang="en-US" sz="2000" dirty="0" err="1">
              <a:solidFill>
                <a:schemeClr val="tx1"/>
              </a:solidFill>
            </a:endParaRPr>
          </a:p>
        </p:txBody>
      </p:sp>
      <p:sp>
        <p:nvSpPr>
          <p:cNvPr id="54" name="箭头: 右 53">
            <a:extLst>
              <a:ext uri="{FF2B5EF4-FFF2-40B4-BE49-F238E27FC236}">
                <a16:creationId xmlns:a16="http://schemas.microsoft.com/office/drawing/2014/main" id="{99291C4D-7149-EB6D-88CA-2892E3E82B92}"/>
              </a:ext>
            </a:extLst>
          </p:cNvPr>
          <p:cNvSpPr/>
          <p:nvPr/>
        </p:nvSpPr>
        <p:spPr>
          <a:xfrm>
            <a:off x="3002604" y="2072878"/>
            <a:ext cx="748940" cy="313476"/>
          </a:xfrm>
          <a:prstGeom prst="rightArrow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zh-CN" altLang="en-US" sz="2000" dirty="0" err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428625" y="428625"/>
            <a:ext cx="8286750" cy="92868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1"/>
          <p:cNvSpPr/>
          <p:nvPr/>
        </p:nvSpPr>
        <p:spPr>
          <a:xfrm>
            <a:off x="428625" y="1328738"/>
            <a:ext cx="8286750" cy="28575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428625" y="428625"/>
            <a:ext cx="8286750" cy="4357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kern="0" spc="-1" dirty="0">
                <a:solidFill>
                  <a:srgbClr val="000000"/>
                </a:solidFill>
              </a:rPr>
              <a:t>关键参与方职责（1/2）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428625" y="935831"/>
            <a:ext cx="8286750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666666"/>
                </a:solidFill>
              </a:rPr>
              <a:t>核心角色的职能重构</a:t>
            </a:r>
            <a:endParaRPr lang="en-US" sz="1269" dirty="0"/>
          </a:p>
        </p:txBody>
      </p:sp>
      <p:sp>
        <p:nvSpPr>
          <p:cNvPr id="7" name="Shape 4"/>
          <p:cNvSpPr/>
          <p:nvPr/>
        </p:nvSpPr>
        <p:spPr>
          <a:xfrm>
            <a:off x="428625" y="1614488"/>
            <a:ext cx="2614613" cy="3100388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5"/>
          <p:cNvSpPr/>
          <p:nvPr/>
        </p:nvSpPr>
        <p:spPr>
          <a:xfrm>
            <a:off x="428625" y="1614488"/>
            <a:ext cx="2614613" cy="57150"/>
          </a:xfrm>
          <a:prstGeom prst="rect">
            <a:avLst/>
          </a:prstGeom>
          <a:solidFill>
            <a:srgbClr val="99999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642938" y="1828800"/>
            <a:ext cx="218598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2" dirty="0">
                <a:solidFill>
                  <a:srgbClr val="000000">
                    <a:alpha val="70000"/>
                  </a:srgbClr>
                </a:solidFill>
              </a:rPr>
              <a:t>User</a:t>
            </a:r>
            <a:endParaRPr lang="en-US" sz="683" dirty="0"/>
          </a:p>
        </p:txBody>
      </p:sp>
      <p:sp>
        <p:nvSpPr>
          <p:cNvPr id="10" name="Text 7"/>
          <p:cNvSpPr/>
          <p:nvPr/>
        </p:nvSpPr>
        <p:spPr>
          <a:xfrm>
            <a:off x="642938" y="2071688"/>
            <a:ext cx="2185988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00000"/>
                </a:solidFill>
              </a:rPr>
              <a:t>用户</a:t>
            </a:r>
            <a:endParaRPr lang="en-US" sz="1602" dirty="0"/>
          </a:p>
        </p:txBody>
      </p:sp>
      <p:sp>
        <p:nvSpPr>
          <p:cNvPr id="11" name="Text 8"/>
          <p:cNvSpPr/>
          <p:nvPr/>
        </p:nvSpPr>
        <p:spPr>
          <a:xfrm>
            <a:off x="642938" y="2475309"/>
            <a:ext cx="2185988" cy="339328"/>
          </a:xfrm>
          <a:prstGeom prst="rect">
            <a:avLst/>
          </a:prstGeom>
          <a:noFill/>
          <a:ln/>
        </p:spPr>
        <p:txBody>
          <a:bodyPr wrap="square" lIns="0" tIns="0" rIns="0" bIns="170053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i="1" dirty="0">
                <a:solidFill>
                  <a:srgbClr val="000000"/>
                </a:solidFill>
              </a:rPr>
              <a:t>从 "操作员" 转向 "授权者"</a:t>
            </a:r>
            <a:endParaRPr lang="en-US" sz="942" dirty="0"/>
          </a:p>
        </p:txBody>
      </p:sp>
      <p:sp>
        <p:nvSpPr>
          <p:cNvPr id="12" name="Text 9"/>
          <p:cNvSpPr/>
          <p:nvPr/>
        </p:nvSpPr>
        <p:spPr>
          <a:xfrm>
            <a:off x="642938" y="3028950"/>
            <a:ext cx="48332" cy="1799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FF4500"/>
                </a:solidFill>
              </a:rPr>
              <a:t>•</a:t>
            </a:r>
            <a:endParaRPr lang="en-US" sz="885" dirty="0"/>
          </a:p>
        </p:txBody>
      </p:sp>
      <p:sp>
        <p:nvSpPr>
          <p:cNvPr id="13" name="Text 10"/>
          <p:cNvSpPr/>
          <p:nvPr/>
        </p:nvSpPr>
        <p:spPr>
          <a:xfrm>
            <a:off x="785813" y="3030736"/>
            <a:ext cx="64296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000000"/>
                </a:solidFill>
              </a:rPr>
              <a:t>意图表达：</a:t>
            </a:r>
            <a:endParaRPr lang="en-US" sz="885" dirty="0"/>
          </a:p>
        </p:txBody>
      </p:sp>
      <p:sp>
        <p:nvSpPr>
          <p:cNvPr id="14" name="Text 11"/>
          <p:cNvSpPr/>
          <p:nvPr/>
        </p:nvSpPr>
        <p:spPr>
          <a:xfrm>
            <a:off x="1355624" y="3056151"/>
            <a:ext cx="128590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000000"/>
                </a:solidFill>
              </a:rPr>
              <a:t>清晰描述需求与偏好。</a:t>
            </a:r>
            <a:endParaRPr lang="en-US" sz="942" dirty="0"/>
          </a:p>
        </p:txBody>
      </p:sp>
      <p:sp>
        <p:nvSpPr>
          <p:cNvPr id="15" name="Text 12"/>
          <p:cNvSpPr/>
          <p:nvPr/>
        </p:nvSpPr>
        <p:spPr>
          <a:xfrm>
            <a:off x="642938" y="3316123"/>
            <a:ext cx="48332" cy="1799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FF4500"/>
                </a:solidFill>
              </a:rPr>
              <a:t>•</a:t>
            </a:r>
            <a:endParaRPr lang="en-US" sz="885" dirty="0"/>
          </a:p>
        </p:txBody>
      </p:sp>
      <p:sp>
        <p:nvSpPr>
          <p:cNvPr id="16" name="Text 13"/>
          <p:cNvSpPr/>
          <p:nvPr/>
        </p:nvSpPr>
        <p:spPr>
          <a:xfrm>
            <a:off x="785813" y="3317909"/>
            <a:ext cx="64296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000000"/>
                </a:solidFill>
              </a:rPr>
              <a:t>边界设定：</a:t>
            </a:r>
            <a:endParaRPr lang="en-US" sz="885" dirty="0"/>
          </a:p>
        </p:txBody>
      </p:sp>
      <p:sp>
        <p:nvSpPr>
          <p:cNvPr id="17" name="Text 14"/>
          <p:cNvSpPr/>
          <p:nvPr/>
        </p:nvSpPr>
        <p:spPr>
          <a:xfrm>
            <a:off x="1358057" y="3312139"/>
            <a:ext cx="1586117" cy="355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000000"/>
                </a:solidFill>
              </a:rPr>
              <a:t>预设预算上限、时间范围与可信商户池。</a:t>
            </a:r>
            <a:endParaRPr lang="en-US" sz="942" dirty="0"/>
          </a:p>
        </p:txBody>
      </p:sp>
      <p:sp>
        <p:nvSpPr>
          <p:cNvPr id="18" name="Text 15"/>
          <p:cNvSpPr/>
          <p:nvPr/>
        </p:nvSpPr>
        <p:spPr>
          <a:xfrm>
            <a:off x="642938" y="3783313"/>
            <a:ext cx="48332" cy="1799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FF4500"/>
                </a:solidFill>
              </a:rPr>
              <a:t>•</a:t>
            </a:r>
            <a:endParaRPr lang="en-US" sz="885" dirty="0"/>
          </a:p>
        </p:txBody>
      </p:sp>
      <p:sp>
        <p:nvSpPr>
          <p:cNvPr id="19" name="Text 16"/>
          <p:cNvSpPr/>
          <p:nvPr/>
        </p:nvSpPr>
        <p:spPr>
          <a:xfrm>
            <a:off x="785813" y="3785099"/>
            <a:ext cx="64296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000000"/>
                </a:solidFill>
              </a:rPr>
              <a:t>授权确认：</a:t>
            </a:r>
            <a:endParaRPr lang="en-US" sz="885" dirty="0"/>
          </a:p>
        </p:txBody>
      </p:sp>
      <p:sp>
        <p:nvSpPr>
          <p:cNvPr id="20" name="Text 17"/>
          <p:cNvSpPr/>
          <p:nvPr/>
        </p:nvSpPr>
        <p:spPr>
          <a:xfrm>
            <a:off x="1349439" y="3785099"/>
            <a:ext cx="1594735" cy="355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000000"/>
                </a:solidFill>
              </a:rPr>
              <a:t>对关键决策进行生物识别或密码授权。</a:t>
            </a:r>
            <a:endParaRPr lang="en-US" sz="942" dirty="0"/>
          </a:p>
        </p:txBody>
      </p:sp>
      <p:sp>
        <p:nvSpPr>
          <p:cNvPr id="21" name="Shape 18"/>
          <p:cNvSpPr/>
          <p:nvPr/>
        </p:nvSpPr>
        <p:spPr>
          <a:xfrm>
            <a:off x="3231404" y="1583484"/>
            <a:ext cx="2666905" cy="3162395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19"/>
          <p:cNvSpPr/>
          <p:nvPr/>
        </p:nvSpPr>
        <p:spPr>
          <a:xfrm>
            <a:off x="3231404" y="1583484"/>
            <a:ext cx="2666905" cy="57150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0"/>
          <p:cNvSpPr/>
          <p:nvPr/>
        </p:nvSpPr>
        <p:spPr>
          <a:xfrm>
            <a:off x="3450003" y="1802082"/>
            <a:ext cx="2229707" cy="1384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2" dirty="0">
                <a:solidFill>
                  <a:srgbClr val="FF4500"/>
                </a:solidFill>
              </a:rPr>
              <a:t>New Entry</a:t>
            </a:r>
            <a:endParaRPr lang="en-US" sz="683" dirty="0"/>
          </a:p>
        </p:txBody>
      </p:sp>
      <p:sp>
        <p:nvSpPr>
          <p:cNvPr id="24" name="Text 21"/>
          <p:cNvSpPr/>
          <p:nvPr/>
        </p:nvSpPr>
        <p:spPr>
          <a:xfrm>
            <a:off x="3450003" y="2049828"/>
            <a:ext cx="2229707" cy="3388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</a:rPr>
              <a:t>Agent 平台</a:t>
            </a:r>
            <a:endParaRPr lang="en-US" sz="1602" dirty="0"/>
          </a:p>
        </p:txBody>
      </p:sp>
      <p:sp>
        <p:nvSpPr>
          <p:cNvPr id="25" name="Text 22"/>
          <p:cNvSpPr/>
          <p:nvPr/>
        </p:nvSpPr>
        <p:spPr>
          <a:xfrm>
            <a:off x="3450003" y="2461522"/>
            <a:ext cx="2229707" cy="346115"/>
          </a:xfrm>
          <a:prstGeom prst="rect">
            <a:avLst/>
          </a:prstGeom>
          <a:noFill/>
          <a:ln/>
        </p:spPr>
        <p:txBody>
          <a:bodyPr wrap="square" lIns="0" tIns="0" rIns="0" bIns="170053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i="1" dirty="0">
                <a:solidFill>
                  <a:srgbClr val="CCCCCC"/>
                </a:solidFill>
              </a:rPr>
              <a:t>从 "工具" 转向 "交易组织者"</a:t>
            </a:r>
            <a:endParaRPr lang="en-US" sz="942" dirty="0"/>
          </a:p>
        </p:txBody>
      </p:sp>
      <p:sp>
        <p:nvSpPr>
          <p:cNvPr id="26" name="Text 23"/>
          <p:cNvSpPr/>
          <p:nvPr/>
        </p:nvSpPr>
        <p:spPr>
          <a:xfrm>
            <a:off x="3450003" y="3026235"/>
            <a:ext cx="49299" cy="1835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FF4500"/>
                </a:solidFill>
              </a:rPr>
              <a:t>•</a:t>
            </a:r>
            <a:endParaRPr lang="en-US" sz="885" dirty="0"/>
          </a:p>
        </p:txBody>
      </p:sp>
      <p:sp>
        <p:nvSpPr>
          <p:cNvPr id="27" name="Text 24"/>
          <p:cNvSpPr/>
          <p:nvPr/>
        </p:nvSpPr>
        <p:spPr>
          <a:xfrm>
            <a:off x="3595735" y="3028057"/>
            <a:ext cx="1028695" cy="1785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身份识别 (KYC)：</a:t>
            </a:r>
            <a:endParaRPr lang="en-US" sz="885" dirty="0"/>
          </a:p>
        </p:txBody>
      </p:sp>
      <p:sp>
        <p:nvSpPr>
          <p:cNvPr id="28" name="Text 25"/>
          <p:cNvSpPr/>
          <p:nvPr/>
        </p:nvSpPr>
        <p:spPr>
          <a:xfrm>
            <a:off x="4427646" y="3028057"/>
            <a:ext cx="1246086" cy="345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FFFFFF"/>
                </a:solidFill>
              </a:rPr>
              <a:t>验证用户真实身份与意图真实性。</a:t>
            </a:r>
            <a:endParaRPr lang="en-US" sz="942" dirty="0"/>
          </a:p>
        </p:txBody>
      </p:sp>
      <p:sp>
        <p:nvSpPr>
          <p:cNvPr id="29" name="Text 26"/>
          <p:cNvSpPr/>
          <p:nvPr/>
        </p:nvSpPr>
        <p:spPr>
          <a:xfrm>
            <a:off x="3450003" y="3502769"/>
            <a:ext cx="49299" cy="1835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FF4500"/>
                </a:solidFill>
              </a:rPr>
              <a:t>•</a:t>
            </a:r>
            <a:endParaRPr lang="en-US" sz="885" dirty="0"/>
          </a:p>
        </p:txBody>
      </p:sp>
      <p:sp>
        <p:nvSpPr>
          <p:cNvPr id="30" name="Text 27"/>
          <p:cNvSpPr/>
          <p:nvPr/>
        </p:nvSpPr>
        <p:spPr>
          <a:xfrm>
            <a:off x="3595735" y="3504591"/>
            <a:ext cx="655825" cy="1785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意图解析：</a:t>
            </a:r>
            <a:endParaRPr lang="en-US" sz="885" dirty="0"/>
          </a:p>
        </p:txBody>
      </p:sp>
      <p:sp>
        <p:nvSpPr>
          <p:cNvPr id="31" name="Text 28"/>
          <p:cNvSpPr/>
          <p:nvPr/>
        </p:nvSpPr>
        <p:spPr>
          <a:xfrm>
            <a:off x="4150468" y="3504591"/>
            <a:ext cx="1412712" cy="345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FFFFFF"/>
                </a:solidFill>
              </a:rPr>
              <a:t>将自然语言转化为结构化交易指令。</a:t>
            </a:r>
            <a:endParaRPr lang="en-US" sz="942" dirty="0"/>
          </a:p>
        </p:txBody>
      </p:sp>
      <p:sp>
        <p:nvSpPr>
          <p:cNvPr id="32" name="Text 29"/>
          <p:cNvSpPr/>
          <p:nvPr/>
        </p:nvSpPr>
        <p:spPr>
          <a:xfrm>
            <a:off x="3450003" y="3979303"/>
            <a:ext cx="49299" cy="1835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FF4500"/>
                </a:solidFill>
              </a:rPr>
              <a:t>•</a:t>
            </a:r>
            <a:endParaRPr lang="en-US" sz="885" dirty="0"/>
          </a:p>
        </p:txBody>
      </p:sp>
      <p:sp>
        <p:nvSpPr>
          <p:cNvPr id="33" name="Text 30"/>
          <p:cNvSpPr/>
          <p:nvPr/>
        </p:nvSpPr>
        <p:spPr>
          <a:xfrm>
            <a:off x="3595735" y="3981125"/>
            <a:ext cx="655825" cy="1785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订单生成：</a:t>
            </a:r>
            <a:endParaRPr lang="en-US" sz="885" dirty="0"/>
          </a:p>
        </p:txBody>
      </p:sp>
      <p:sp>
        <p:nvSpPr>
          <p:cNvPr id="34" name="Text 31"/>
          <p:cNvSpPr/>
          <p:nvPr/>
        </p:nvSpPr>
        <p:spPr>
          <a:xfrm>
            <a:off x="4150467" y="3981125"/>
            <a:ext cx="1463975" cy="345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FFFFFF"/>
                </a:solidFill>
              </a:rPr>
              <a:t>代表用户向商户/PSP 发起标准订单。</a:t>
            </a:r>
            <a:endParaRPr lang="en-US" sz="942" dirty="0"/>
          </a:p>
        </p:txBody>
      </p:sp>
      <p:sp>
        <p:nvSpPr>
          <p:cNvPr id="35" name="Shape 32"/>
          <p:cNvSpPr/>
          <p:nvPr/>
        </p:nvSpPr>
        <p:spPr>
          <a:xfrm>
            <a:off x="6086475" y="1614488"/>
            <a:ext cx="2628900" cy="31003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3"/>
          <p:cNvSpPr/>
          <p:nvPr/>
        </p:nvSpPr>
        <p:spPr>
          <a:xfrm>
            <a:off x="6086475" y="1614488"/>
            <a:ext cx="2628900" cy="5715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4"/>
          <p:cNvSpPr/>
          <p:nvPr/>
        </p:nvSpPr>
        <p:spPr>
          <a:xfrm>
            <a:off x="8708231" y="1614488"/>
            <a:ext cx="7144" cy="3100388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5"/>
          <p:cNvSpPr/>
          <p:nvPr/>
        </p:nvSpPr>
        <p:spPr>
          <a:xfrm>
            <a:off x="6086475" y="4707731"/>
            <a:ext cx="2628900" cy="714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6"/>
          <p:cNvSpPr/>
          <p:nvPr/>
        </p:nvSpPr>
        <p:spPr>
          <a:xfrm>
            <a:off x="6086475" y="1614488"/>
            <a:ext cx="7144" cy="3100388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7"/>
          <p:cNvSpPr/>
          <p:nvPr/>
        </p:nvSpPr>
        <p:spPr>
          <a:xfrm>
            <a:off x="6310331" y="1828800"/>
            <a:ext cx="219075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2" dirty="0">
                <a:solidFill>
                  <a:srgbClr val="000000">
                    <a:alpha val="70000"/>
                  </a:srgbClr>
                </a:solidFill>
              </a:rPr>
              <a:t>Merchant</a:t>
            </a:r>
            <a:endParaRPr lang="en-US" sz="683" dirty="0"/>
          </a:p>
        </p:txBody>
      </p:sp>
      <p:sp>
        <p:nvSpPr>
          <p:cNvPr id="41" name="Text 38"/>
          <p:cNvSpPr/>
          <p:nvPr/>
        </p:nvSpPr>
        <p:spPr>
          <a:xfrm>
            <a:off x="6310331" y="2071688"/>
            <a:ext cx="2190759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00000"/>
                </a:solidFill>
              </a:rPr>
              <a:t>商户</a:t>
            </a:r>
            <a:endParaRPr lang="en-US" sz="1602" dirty="0"/>
          </a:p>
        </p:txBody>
      </p:sp>
      <p:sp>
        <p:nvSpPr>
          <p:cNvPr id="42" name="Text 39"/>
          <p:cNvSpPr/>
          <p:nvPr/>
        </p:nvSpPr>
        <p:spPr>
          <a:xfrm>
            <a:off x="6310331" y="2475309"/>
            <a:ext cx="2190759" cy="339328"/>
          </a:xfrm>
          <a:prstGeom prst="rect">
            <a:avLst/>
          </a:prstGeom>
          <a:noFill/>
          <a:ln/>
        </p:spPr>
        <p:txBody>
          <a:bodyPr wrap="square" lIns="0" tIns="0" rIns="0" bIns="170053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i="1" dirty="0">
                <a:solidFill>
                  <a:srgbClr val="000000"/>
                </a:solidFill>
              </a:rPr>
              <a:t>从 "流量端" 转向 "履约端"</a:t>
            </a:r>
            <a:endParaRPr lang="en-US" sz="942" dirty="0"/>
          </a:p>
        </p:txBody>
      </p:sp>
      <p:sp>
        <p:nvSpPr>
          <p:cNvPr id="43" name="Text 40"/>
          <p:cNvSpPr/>
          <p:nvPr/>
        </p:nvSpPr>
        <p:spPr>
          <a:xfrm>
            <a:off x="6310331" y="3028950"/>
            <a:ext cx="48332" cy="1799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FF4500"/>
                </a:solidFill>
              </a:rPr>
              <a:t>•</a:t>
            </a:r>
            <a:endParaRPr lang="en-US" sz="885" dirty="0"/>
          </a:p>
        </p:txBody>
      </p:sp>
      <p:sp>
        <p:nvSpPr>
          <p:cNvPr id="44" name="Text 41"/>
          <p:cNvSpPr/>
          <p:nvPr/>
        </p:nvSpPr>
        <p:spPr>
          <a:xfrm>
            <a:off x="6453206" y="3030736"/>
            <a:ext cx="77155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000000"/>
                </a:solidFill>
              </a:rPr>
              <a:t>数据结构化：</a:t>
            </a:r>
            <a:endParaRPr lang="en-US" sz="885" dirty="0"/>
          </a:p>
        </p:txBody>
      </p:sp>
      <p:sp>
        <p:nvSpPr>
          <p:cNvPr id="45" name="Text 42"/>
          <p:cNvSpPr/>
          <p:nvPr/>
        </p:nvSpPr>
        <p:spPr>
          <a:xfrm>
            <a:off x="7108838" y="3030736"/>
            <a:ext cx="1313978" cy="355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000000"/>
                </a:solidFill>
              </a:rPr>
              <a:t>提供 Agent 可读的商品 SKU 与库存接口。</a:t>
            </a:r>
            <a:endParaRPr lang="en-US" sz="942" dirty="0"/>
          </a:p>
        </p:txBody>
      </p:sp>
      <p:sp>
        <p:nvSpPr>
          <p:cNvPr id="46" name="Text 43"/>
          <p:cNvSpPr/>
          <p:nvPr/>
        </p:nvSpPr>
        <p:spPr>
          <a:xfrm>
            <a:off x="6310331" y="3496140"/>
            <a:ext cx="48332" cy="1799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FF4500"/>
                </a:solidFill>
              </a:rPr>
              <a:t>•</a:t>
            </a:r>
            <a:endParaRPr lang="en-US" sz="885" dirty="0"/>
          </a:p>
        </p:txBody>
      </p:sp>
      <p:sp>
        <p:nvSpPr>
          <p:cNvPr id="47" name="Text 44"/>
          <p:cNvSpPr/>
          <p:nvPr/>
        </p:nvSpPr>
        <p:spPr>
          <a:xfrm>
            <a:off x="6453206" y="3497926"/>
            <a:ext cx="64296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000000"/>
                </a:solidFill>
              </a:rPr>
              <a:t>订单受理：</a:t>
            </a:r>
            <a:endParaRPr lang="en-US" sz="885" dirty="0"/>
          </a:p>
        </p:txBody>
      </p:sp>
      <p:sp>
        <p:nvSpPr>
          <p:cNvPr id="48" name="Text 45"/>
          <p:cNvSpPr/>
          <p:nvPr/>
        </p:nvSpPr>
        <p:spPr>
          <a:xfrm>
            <a:off x="6977124" y="3497926"/>
            <a:ext cx="1445692" cy="355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000000"/>
                </a:solidFill>
              </a:rPr>
              <a:t>接收来自 Agent 的自动化订单请求。</a:t>
            </a:r>
            <a:endParaRPr lang="en-US" sz="942" dirty="0"/>
          </a:p>
        </p:txBody>
      </p:sp>
      <p:sp>
        <p:nvSpPr>
          <p:cNvPr id="49" name="Text 46"/>
          <p:cNvSpPr/>
          <p:nvPr/>
        </p:nvSpPr>
        <p:spPr>
          <a:xfrm>
            <a:off x="6310331" y="3963330"/>
            <a:ext cx="48332" cy="1799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FF4500"/>
                </a:solidFill>
              </a:rPr>
              <a:t>•</a:t>
            </a:r>
            <a:endParaRPr lang="en-US" sz="885" dirty="0"/>
          </a:p>
        </p:txBody>
      </p:sp>
      <p:sp>
        <p:nvSpPr>
          <p:cNvPr id="50" name="Text 47"/>
          <p:cNvSpPr/>
          <p:nvPr/>
        </p:nvSpPr>
        <p:spPr>
          <a:xfrm>
            <a:off x="6453206" y="3965116"/>
            <a:ext cx="64296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000000"/>
                </a:solidFill>
              </a:rPr>
              <a:t>履约配送：</a:t>
            </a:r>
            <a:endParaRPr lang="en-US" sz="885" dirty="0"/>
          </a:p>
        </p:txBody>
      </p:sp>
      <p:sp>
        <p:nvSpPr>
          <p:cNvPr id="51" name="Text 48"/>
          <p:cNvSpPr/>
          <p:nvPr/>
        </p:nvSpPr>
        <p:spPr>
          <a:xfrm>
            <a:off x="6991858" y="3965116"/>
            <a:ext cx="1390216" cy="355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000000"/>
                </a:solidFill>
              </a:rPr>
              <a:t>完成实体商品或服务的最终交付。</a:t>
            </a:r>
            <a:endParaRPr lang="en-US" sz="942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28625" y="428625"/>
            <a:ext cx="8286750" cy="4357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kern="0" spc="-1" dirty="0">
                <a:solidFill>
                  <a:srgbClr val="000000"/>
                </a:solidFill>
              </a:rPr>
              <a:t>关键参与方职责（2/2）</a:t>
            </a:r>
            <a:endParaRPr lang="en-US" sz="2121" dirty="0"/>
          </a:p>
        </p:txBody>
      </p:sp>
      <p:sp>
        <p:nvSpPr>
          <p:cNvPr id="4" name="Text 1"/>
          <p:cNvSpPr/>
          <p:nvPr/>
        </p:nvSpPr>
        <p:spPr>
          <a:xfrm>
            <a:off x="428625" y="935831"/>
            <a:ext cx="8286750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666666"/>
                </a:solidFill>
              </a:rPr>
              <a:t>金融基础设施层的角色演进</a:t>
            </a:r>
            <a:endParaRPr lang="en-US" sz="1269" dirty="0"/>
          </a:p>
        </p:txBody>
      </p:sp>
      <p:sp>
        <p:nvSpPr>
          <p:cNvPr id="5" name="Shape 2"/>
          <p:cNvSpPr/>
          <p:nvPr/>
        </p:nvSpPr>
        <p:spPr>
          <a:xfrm>
            <a:off x="428625" y="1471613"/>
            <a:ext cx="4100513" cy="157876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3"/>
          <p:cNvSpPr/>
          <p:nvPr/>
        </p:nvSpPr>
        <p:spPr>
          <a:xfrm>
            <a:off x="428625" y="1471613"/>
            <a:ext cx="4100513" cy="714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4"/>
          <p:cNvSpPr/>
          <p:nvPr/>
        </p:nvSpPr>
        <p:spPr>
          <a:xfrm>
            <a:off x="4521994" y="1471613"/>
            <a:ext cx="7144" cy="1578769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5"/>
          <p:cNvSpPr/>
          <p:nvPr/>
        </p:nvSpPr>
        <p:spPr>
          <a:xfrm>
            <a:off x="428625" y="3043238"/>
            <a:ext cx="4100513" cy="714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6"/>
          <p:cNvSpPr/>
          <p:nvPr/>
        </p:nvSpPr>
        <p:spPr>
          <a:xfrm>
            <a:off x="428625" y="1471613"/>
            <a:ext cx="7144" cy="1578769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514350" y="1557338"/>
            <a:ext cx="1549217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0000"/>
                </a:solidFill>
              </a:rPr>
              <a:t>PSP (支付服务商)</a:t>
            </a:r>
            <a:endParaRPr lang="en-US" sz="1397" dirty="0"/>
          </a:p>
        </p:txBody>
      </p:sp>
      <p:sp>
        <p:nvSpPr>
          <p:cNvPr id="11" name="Text 8"/>
          <p:cNvSpPr/>
          <p:nvPr/>
        </p:nvSpPr>
        <p:spPr>
          <a:xfrm>
            <a:off x="4247266" y="1585020"/>
            <a:ext cx="19614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>
                    <a:alpha val="50000"/>
                  </a:srgbClr>
                </a:solidFill>
              </a:rPr>
              <a:t>01</a:t>
            </a:r>
            <a:endParaRPr lang="en-US" sz="1193" dirty="0"/>
          </a:p>
        </p:txBody>
      </p:sp>
      <p:sp>
        <p:nvSpPr>
          <p:cNvPr id="12" name="Text 9"/>
          <p:cNvSpPr/>
          <p:nvPr/>
        </p:nvSpPr>
        <p:spPr>
          <a:xfrm>
            <a:off x="514350" y="1932384"/>
            <a:ext cx="48332" cy="1799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666666"/>
                </a:solidFill>
              </a:rPr>
              <a:t>•</a:t>
            </a:r>
            <a:endParaRPr lang="en-US" sz="885" dirty="0"/>
          </a:p>
        </p:txBody>
      </p:sp>
      <p:sp>
        <p:nvSpPr>
          <p:cNvPr id="13" name="Text 10"/>
          <p:cNvSpPr/>
          <p:nvPr/>
        </p:nvSpPr>
        <p:spPr>
          <a:xfrm>
            <a:off x="657225" y="1934170"/>
            <a:ext cx="375194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666666"/>
                </a:solidFill>
              </a:rPr>
              <a:t>提供 "Agent-friendly" 的 API 接口，支持结构化意图数据的传输。</a:t>
            </a:r>
            <a:endParaRPr lang="en-US" sz="942" dirty="0"/>
          </a:p>
        </p:txBody>
      </p:sp>
      <p:sp>
        <p:nvSpPr>
          <p:cNvPr id="14" name="Text 11"/>
          <p:cNvSpPr/>
          <p:nvPr/>
        </p:nvSpPr>
        <p:spPr>
          <a:xfrm>
            <a:off x="514350" y="2169551"/>
            <a:ext cx="48332" cy="1799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666666"/>
                </a:solidFill>
              </a:rPr>
              <a:t>•</a:t>
            </a:r>
            <a:endParaRPr lang="en-US" sz="885" dirty="0"/>
          </a:p>
        </p:txBody>
      </p:sp>
      <p:sp>
        <p:nvSpPr>
          <p:cNvPr id="15" name="Text 12"/>
          <p:cNvSpPr/>
          <p:nvPr/>
        </p:nvSpPr>
        <p:spPr>
          <a:xfrm>
            <a:off x="657225" y="2171337"/>
            <a:ext cx="312687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666666"/>
                </a:solidFill>
              </a:rPr>
              <a:t>实施交易前的风控拦截，验证 Agent 身份与授权凭证。</a:t>
            </a:r>
            <a:endParaRPr lang="en-US" sz="942" dirty="0"/>
          </a:p>
        </p:txBody>
      </p:sp>
      <p:sp>
        <p:nvSpPr>
          <p:cNvPr id="16" name="Text 13"/>
          <p:cNvSpPr/>
          <p:nvPr/>
        </p:nvSpPr>
        <p:spPr>
          <a:xfrm>
            <a:off x="514350" y="2406718"/>
            <a:ext cx="48332" cy="1799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666666"/>
                </a:solidFill>
              </a:rPr>
              <a:t>•</a:t>
            </a:r>
            <a:endParaRPr lang="en-US" sz="885" dirty="0"/>
          </a:p>
        </p:txBody>
      </p:sp>
      <p:sp>
        <p:nvSpPr>
          <p:cNvPr id="17" name="Text 14"/>
          <p:cNvSpPr/>
          <p:nvPr/>
        </p:nvSpPr>
        <p:spPr>
          <a:xfrm>
            <a:off x="657225" y="2408504"/>
            <a:ext cx="202410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666666"/>
                </a:solidFill>
              </a:rPr>
              <a:t>管理 Payment Token 的生命周期。</a:t>
            </a:r>
            <a:endParaRPr lang="en-US" sz="942" dirty="0"/>
          </a:p>
        </p:txBody>
      </p:sp>
      <p:sp>
        <p:nvSpPr>
          <p:cNvPr id="18" name="Shape 15"/>
          <p:cNvSpPr/>
          <p:nvPr/>
        </p:nvSpPr>
        <p:spPr>
          <a:xfrm>
            <a:off x="4614863" y="1471613"/>
            <a:ext cx="4100513" cy="1578769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6"/>
          <p:cNvSpPr/>
          <p:nvPr/>
        </p:nvSpPr>
        <p:spPr>
          <a:xfrm>
            <a:off x="4614863" y="1471613"/>
            <a:ext cx="42863" cy="1578769"/>
          </a:xfrm>
          <a:prstGeom prst="rect">
            <a:avLst/>
          </a:prstGeom>
          <a:solidFill>
            <a:srgbClr val="99999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7"/>
          <p:cNvSpPr/>
          <p:nvPr/>
        </p:nvSpPr>
        <p:spPr>
          <a:xfrm>
            <a:off x="4700588" y="1557338"/>
            <a:ext cx="1843450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0000"/>
                </a:solidFill>
              </a:rPr>
              <a:t>Acquirer (收单机构)</a:t>
            </a:r>
            <a:endParaRPr lang="en-US" sz="1397" dirty="0"/>
          </a:p>
        </p:txBody>
      </p:sp>
      <p:sp>
        <p:nvSpPr>
          <p:cNvPr id="21" name="Text 18"/>
          <p:cNvSpPr/>
          <p:nvPr/>
        </p:nvSpPr>
        <p:spPr>
          <a:xfrm>
            <a:off x="8433504" y="1585020"/>
            <a:ext cx="19614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>
                    <a:alpha val="50000"/>
                  </a:srgbClr>
                </a:solidFill>
              </a:rPr>
              <a:t>02</a:t>
            </a:r>
            <a:endParaRPr lang="en-US" sz="1193" dirty="0"/>
          </a:p>
        </p:txBody>
      </p:sp>
      <p:sp>
        <p:nvSpPr>
          <p:cNvPr id="22" name="Text 19"/>
          <p:cNvSpPr/>
          <p:nvPr/>
        </p:nvSpPr>
        <p:spPr>
          <a:xfrm>
            <a:off x="4700588" y="1932384"/>
            <a:ext cx="48332" cy="1799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666666"/>
                </a:solidFill>
              </a:rPr>
              <a:t>•</a:t>
            </a:r>
            <a:endParaRPr lang="en-US" sz="885" dirty="0"/>
          </a:p>
        </p:txBody>
      </p:sp>
      <p:sp>
        <p:nvSpPr>
          <p:cNvPr id="23" name="Text 20"/>
          <p:cNvSpPr/>
          <p:nvPr/>
        </p:nvSpPr>
        <p:spPr>
          <a:xfrm>
            <a:off x="4843463" y="1934170"/>
            <a:ext cx="306257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666666"/>
                </a:solidFill>
              </a:rPr>
              <a:t>确保商户具备处理 Agent 订单的能力（如库存同步）。</a:t>
            </a:r>
            <a:endParaRPr lang="en-US" sz="942" dirty="0"/>
          </a:p>
        </p:txBody>
      </p:sp>
      <p:sp>
        <p:nvSpPr>
          <p:cNvPr id="24" name="Text 21"/>
          <p:cNvSpPr/>
          <p:nvPr/>
        </p:nvSpPr>
        <p:spPr>
          <a:xfrm>
            <a:off x="4700588" y="2169551"/>
            <a:ext cx="48332" cy="1799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666666"/>
                </a:solidFill>
              </a:rPr>
              <a:t>•</a:t>
            </a:r>
            <a:endParaRPr lang="en-US" sz="885" dirty="0"/>
          </a:p>
        </p:txBody>
      </p:sp>
      <p:sp>
        <p:nvSpPr>
          <p:cNvPr id="25" name="Text 22"/>
          <p:cNvSpPr/>
          <p:nvPr/>
        </p:nvSpPr>
        <p:spPr>
          <a:xfrm>
            <a:off x="4843463" y="2171337"/>
            <a:ext cx="355326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666666"/>
                </a:solidFill>
              </a:rPr>
              <a:t>处理来自 Agent 发起的特殊争议（如"意图误解"导致的退款）。</a:t>
            </a:r>
            <a:endParaRPr lang="en-US" sz="942" dirty="0"/>
          </a:p>
        </p:txBody>
      </p:sp>
      <p:sp>
        <p:nvSpPr>
          <p:cNvPr id="26" name="Text 23"/>
          <p:cNvSpPr/>
          <p:nvPr/>
        </p:nvSpPr>
        <p:spPr>
          <a:xfrm>
            <a:off x="4700588" y="2406718"/>
            <a:ext cx="48332" cy="1799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666666"/>
                </a:solidFill>
              </a:rPr>
              <a:t>•</a:t>
            </a:r>
            <a:endParaRPr lang="en-US" sz="885" dirty="0"/>
          </a:p>
        </p:txBody>
      </p:sp>
      <p:sp>
        <p:nvSpPr>
          <p:cNvPr id="27" name="Text 24"/>
          <p:cNvSpPr/>
          <p:nvPr/>
        </p:nvSpPr>
        <p:spPr>
          <a:xfrm>
            <a:off x="4843463" y="2408504"/>
            <a:ext cx="192884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666666"/>
                </a:solidFill>
              </a:rPr>
              <a:t>负责资金结算与商户合规性审查。</a:t>
            </a:r>
            <a:endParaRPr lang="en-US" sz="942" dirty="0"/>
          </a:p>
        </p:txBody>
      </p:sp>
      <p:sp>
        <p:nvSpPr>
          <p:cNvPr id="28" name="Shape 25"/>
          <p:cNvSpPr/>
          <p:nvPr/>
        </p:nvSpPr>
        <p:spPr>
          <a:xfrm>
            <a:off x="428625" y="3136106"/>
            <a:ext cx="4100513" cy="1578769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6"/>
          <p:cNvSpPr/>
          <p:nvPr/>
        </p:nvSpPr>
        <p:spPr>
          <a:xfrm>
            <a:off x="428625" y="3136106"/>
            <a:ext cx="42863" cy="1578769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7"/>
          <p:cNvSpPr/>
          <p:nvPr/>
        </p:nvSpPr>
        <p:spPr>
          <a:xfrm>
            <a:off x="514350" y="3221831"/>
            <a:ext cx="1897955" cy="2297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FFFF"/>
                </a:solidFill>
              </a:rPr>
              <a:t>Card </a:t>
            </a:r>
            <a:r>
              <a:rPr lang="en-US" sz="1397" b="1" dirty="0" err="1">
                <a:solidFill>
                  <a:srgbClr val="FFFFFF"/>
                </a:solidFill>
              </a:rPr>
              <a:t>N</a:t>
            </a:r>
            <a:r>
              <a:rPr lang="en-US" altLang="zh-CN" sz="1397" b="1" dirty="0" err="1">
                <a:solidFill>
                  <a:srgbClr val="FFFFFF"/>
                </a:solidFill>
              </a:rPr>
              <a:t>etWork</a:t>
            </a:r>
            <a:r>
              <a:rPr lang="en-US" sz="1397" b="1" dirty="0">
                <a:solidFill>
                  <a:srgbClr val="FFFFFF"/>
                </a:solidFill>
              </a:rPr>
              <a:t> (卡组织)</a:t>
            </a:r>
            <a:endParaRPr lang="en-US" sz="1397" dirty="0"/>
          </a:p>
        </p:txBody>
      </p:sp>
      <p:sp>
        <p:nvSpPr>
          <p:cNvPr id="31" name="Text 28"/>
          <p:cNvSpPr/>
          <p:nvPr/>
        </p:nvSpPr>
        <p:spPr>
          <a:xfrm>
            <a:off x="4247266" y="3249513"/>
            <a:ext cx="19614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>
                    <a:alpha val="50000"/>
                  </a:srgbClr>
                </a:solidFill>
              </a:rPr>
              <a:t>03</a:t>
            </a:r>
            <a:endParaRPr lang="en-US" sz="1193" dirty="0"/>
          </a:p>
        </p:txBody>
      </p:sp>
      <p:sp>
        <p:nvSpPr>
          <p:cNvPr id="32" name="Text 29"/>
          <p:cNvSpPr/>
          <p:nvPr/>
        </p:nvSpPr>
        <p:spPr>
          <a:xfrm>
            <a:off x="514350" y="3596878"/>
            <a:ext cx="48332" cy="1799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CCCCCC"/>
                </a:solidFill>
              </a:rPr>
              <a:t>•</a:t>
            </a:r>
            <a:endParaRPr lang="en-US" sz="885" dirty="0"/>
          </a:p>
        </p:txBody>
      </p:sp>
      <p:sp>
        <p:nvSpPr>
          <p:cNvPr id="33" name="Text 30"/>
          <p:cNvSpPr/>
          <p:nvPr/>
        </p:nvSpPr>
        <p:spPr>
          <a:xfrm>
            <a:off x="657225" y="3598664"/>
            <a:ext cx="328350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CCCCCC"/>
                </a:solidFill>
              </a:rPr>
              <a:t>定义 Agent 交易的专用标识符（如专用 MCC 或 ECI 值）。</a:t>
            </a:r>
            <a:endParaRPr lang="en-US" sz="942" dirty="0"/>
          </a:p>
        </p:txBody>
      </p:sp>
      <p:sp>
        <p:nvSpPr>
          <p:cNvPr id="34" name="Text 31"/>
          <p:cNvSpPr/>
          <p:nvPr/>
        </p:nvSpPr>
        <p:spPr>
          <a:xfrm>
            <a:off x="514350" y="3834045"/>
            <a:ext cx="48332" cy="1799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CCCCCC"/>
                </a:solidFill>
              </a:rPr>
              <a:t>•</a:t>
            </a:r>
            <a:endParaRPr lang="en-US" sz="885" dirty="0"/>
          </a:p>
        </p:txBody>
      </p:sp>
      <p:sp>
        <p:nvSpPr>
          <p:cNvPr id="35" name="Text 32"/>
          <p:cNvSpPr/>
          <p:nvPr/>
        </p:nvSpPr>
        <p:spPr>
          <a:xfrm>
            <a:off x="657225" y="3835831"/>
            <a:ext cx="330819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CCCCCC"/>
                </a:solidFill>
              </a:rPr>
              <a:t>建立 Agent 平台的认证与注册目录（Directory Service）。</a:t>
            </a:r>
            <a:endParaRPr lang="en-US" sz="942" dirty="0"/>
          </a:p>
        </p:txBody>
      </p:sp>
      <p:sp>
        <p:nvSpPr>
          <p:cNvPr id="36" name="Text 33"/>
          <p:cNvSpPr/>
          <p:nvPr/>
        </p:nvSpPr>
        <p:spPr>
          <a:xfrm>
            <a:off x="514350" y="4071212"/>
            <a:ext cx="48332" cy="1799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CCCCCC"/>
                </a:solidFill>
              </a:rPr>
              <a:t>•</a:t>
            </a:r>
            <a:endParaRPr lang="en-US" sz="885" dirty="0"/>
          </a:p>
        </p:txBody>
      </p:sp>
      <p:sp>
        <p:nvSpPr>
          <p:cNvPr id="37" name="Text 34"/>
          <p:cNvSpPr/>
          <p:nvPr/>
        </p:nvSpPr>
        <p:spPr>
          <a:xfrm>
            <a:off x="657225" y="4072998"/>
            <a:ext cx="282803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CCCCCC"/>
                </a:solidFill>
              </a:rPr>
              <a:t>制定全球通用的责任转移（Liability Shift）规则。</a:t>
            </a:r>
            <a:endParaRPr lang="en-US" sz="942" dirty="0"/>
          </a:p>
        </p:txBody>
      </p:sp>
      <p:sp>
        <p:nvSpPr>
          <p:cNvPr id="38" name="Shape 35"/>
          <p:cNvSpPr/>
          <p:nvPr/>
        </p:nvSpPr>
        <p:spPr>
          <a:xfrm>
            <a:off x="4614863" y="3136106"/>
            <a:ext cx="4100513" cy="1578769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6"/>
          <p:cNvSpPr/>
          <p:nvPr/>
        </p:nvSpPr>
        <p:spPr>
          <a:xfrm>
            <a:off x="4614863" y="3136106"/>
            <a:ext cx="42863" cy="1578769"/>
          </a:xfrm>
          <a:prstGeom prst="rect">
            <a:avLst/>
          </a:prstGeom>
          <a:solidFill>
            <a:srgbClr val="99999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7"/>
          <p:cNvSpPr/>
          <p:nvPr/>
        </p:nvSpPr>
        <p:spPr>
          <a:xfrm>
            <a:off x="4700588" y="3221831"/>
            <a:ext cx="1404779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FFFF"/>
                </a:solidFill>
              </a:rPr>
              <a:t>Issuer (发卡行)</a:t>
            </a:r>
            <a:endParaRPr lang="en-US" sz="1397" dirty="0"/>
          </a:p>
        </p:txBody>
      </p:sp>
      <p:sp>
        <p:nvSpPr>
          <p:cNvPr id="41" name="Text 38"/>
          <p:cNvSpPr/>
          <p:nvPr/>
        </p:nvSpPr>
        <p:spPr>
          <a:xfrm>
            <a:off x="8433504" y="3249513"/>
            <a:ext cx="19614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>
                    <a:alpha val="50000"/>
                  </a:srgbClr>
                </a:solidFill>
              </a:rPr>
              <a:t>04</a:t>
            </a:r>
            <a:endParaRPr lang="en-US" sz="1193" dirty="0"/>
          </a:p>
        </p:txBody>
      </p:sp>
      <p:sp>
        <p:nvSpPr>
          <p:cNvPr id="42" name="Text 39"/>
          <p:cNvSpPr/>
          <p:nvPr/>
        </p:nvSpPr>
        <p:spPr>
          <a:xfrm>
            <a:off x="4700588" y="3596878"/>
            <a:ext cx="48332" cy="1799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CCCCCC"/>
                </a:solidFill>
              </a:rPr>
              <a:t>•</a:t>
            </a:r>
            <a:endParaRPr lang="en-US" sz="885" dirty="0"/>
          </a:p>
        </p:txBody>
      </p:sp>
      <p:sp>
        <p:nvSpPr>
          <p:cNvPr id="43" name="Text 40"/>
          <p:cNvSpPr/>
          <p:nvPr/>
        </p:nvSpPr>
        <p:spPr>
          <a:xfrm>
            <a:off x="4843463" y="3598664"/>
            <a:ext cx="325545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CCCCCC"/>
                </a:solidFill>
              </a:rPr>
              <a:t>升级授权系统，识别并处理带有 Agent 标识的交易请求。</a:t>
            </a:r>
            <a:endParaRPr lang="en-US" sz="942" dirty="0"/>
          </a:p>
        </p:txBody>
      </p:sp>
      <p:sp>
        <p:nvSpPr>
          <p:cNvPr id="44" name="Text 41"/>
          <p:cNvSpPr/>
          <p:nvPr/>
        </p:nvSpPr>
        <p:spPr>
          <a:xfrm>
            <a:off x="4700588" y="3834045"/>
            <a:ext cx="48332" cy="1799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CCCCCC"/>
                </a:solidFill>
              </a:rPr>
              <a:t>•</a:t>
            </a:r>
            <a:endParaRPr lang="en-US" sz="885" dirty="0"/>
          </a:p>
        </p:txBody>
      </p:sp>
      <p:sp>
        <p:nvSpPr>
          <p:cNvPr id="45" name="Text 42"/>
          <p:cNvSpPr/>
          <p:nvPr/>
        </p:nvSpPr>
        <p:spPr>
          <a:xfrm>
            <a:off x="4843463" y="3835831"/>
            <a:ext cx="364122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CCCCCC"/>
                </a:solidFill>
              </a:rPr>
              <a:t>调整风控模型，避免将高频、自动化的 Agent 交易误判为欺诈。</a:t>
            </a:r>
            <a:endParaRPr lang="en-US" sz="942" dirty="0"/>
          </a:p>
        </p:txBody>
      </p:sp>
      <p:sp>
        <p:nvSpPr>
          <p:cNvPr id="46" name="Text 43"/>
          <p:cNvSpPr/>
          <p:nvPr/>
        </p:nvSpPr>
        <p:spPr>
          <a:xfrm>
            <a:off x="4700588" y="4071212"/>
            <a:ext cx="48332" cy="1799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CCCCCC"/>
                </a:solidFill>
              </a:rPr>
              <a:t>•</a:t>
            </a:r>
            <a:endParaRPr lang="en-US" sz="885" dirty="0"/>
          </a:p>
        </p:txBody>
      </p:sp>
      <p:sp>
        <p:nvSpPr>
          <p:cNvPr id="47" name="Text 44"/>
          <p:cNvSpPr/>
          <p:nvPr/>
        </p:nvSpPr>
        <p:spPr>
          <a:xfrm>
            <a:off x="4843463" y="4072998"/>
            <a:ext cx="248393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CCCCCC"/>
                </a:solidFill>
              </a:rPr>
              <a:t>向持卡人提供透明的 Agent 授权管理界面。</a:t>
            </a:r>
            <a:endParaRPr lang="en-US" sz="942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28625" y="428625"/>
            <a:ext cx="8286750" cy="4357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kern="0" spc="-1" dirty="0">
                <a:solidFill>
                  <a:srgbClr val="000000"/>
                </a:solidFill>
              </a:rPr>
              <a:t>关键角色能力拆解：用户与 Agent 平台</a:t>
            </a:r>
            <a:endParaRPr lang="en-US" sz="2121" dirty="0"/>
          </a:p>
        </p:txBody>
      </p:sp>
      <p:sp>
        <p:nvSpPr>
          <p:cNvPr id="4" name="Text 1"/>
          <p:cNvSpPr/>
          <p:nvPr/>
        </p:nvSpPr>
        <p:spPr>
          <a:xfrm>
            <a:off x="428625" y="935831"/>
            <a:ext cx="8286750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666666"/>
                </a:solidFill>
              </a:rPr>
              <a:t>从意图表达到智能执行</a:t>
            </a:r>
            <a:endParaRPr lang="en-US" sz="1269" dirty="0"/>
          </a:p>
        </p:txBody>
      </p:sp>
      <p:sp>
        <p:nvSpPr>
          <p:cNvPr id="6" name="Text 3"/>
          <p:cNvSpPr/>
          <p:nvPr/>
        </p:nvSpPr>
        <p:spPr>
          <a:xfrm>
            <a:off x="557213" y="1723431"/>
            <a:ext cx="585229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00000"/>
                </a:solidFill>
              </a:rPr>
              <a:t>User</a:t>
            </a:r>
            <a:endParaRPr lang="en-US" sz="1602" dirty="0"/>
          </a:p>
        </p:txBody>
      </p:sp>
      <p:sp>
        <p:nvSpPr>
          <p:cNvPr id="7" name="Text 4"/>
          <p:cNvSpPr/>
          <p:nvPr/>
        </p:nvSpPr>
        <p:spPr>
          <a:xfrm>
            <a:off x="557213" y="2241352"/>
            <a:ext cx="94300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0000"/>
                </a:solidFill>
              </a:rPr>
              <a:t>授权表达能力</a:t>
            </a:r>
            <a:endParaRPr lang="en-US" sz="1090" dirty="0"/>
          </a:p>
        </p:txBody>
      </p:sp>
      <p:sp>
        <p:nvSpPr>
          <p:cNvPr id="10" name="Text 7"/>
          <p:cNvSpPr/>
          <p:nvPr/>
        </p:nvSpPr>
        <p:spPr>
          <a:xfrm>
            <a:off x="428625" y="2539603"/>
            <a:ext cx="3417043" cy="368306"/>
          </a:xfrm>
          <a:prstGeom prst="rect">
            <a:avLst/>
          </a:prstGeom>
          <a:noFill/>
          <a:ln/>
        </p:spPr>
        <p:txBody>
          <a:bodyPr wrap="square" lIns="153035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 err="1">
                <a:solidFill>
                  <a:srgbClr val="666666"/>
                </a:solidFill>
              </a:rPr>
              <a:t>能够通过自然语言清晰表达交易意图，并配合生物识别</a:t>
            </a:r>
            <a:endParaRPr lang="en-US" sz="942" dirty="0">
              <a:solidFill>
                <a:srgbClr val="666666"/>
              </a:solidFill>
            </a:endParaRPr>
          </a:p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666666"/>
                </a:solidFill>
              </a:rPr>
              <a:t>（FaceID/</a:t>
            </a:r>
            <a:r>
              <a:rPr lang="en-US" sz="942" dirty="0" err="1">
                <a:solidFill>
                  <a:srgbClr val="666666"/>
                </a:solidFill>
              </a:rPr>
              <a:t>TouchID</a:t>
            </a:r>
            <a:r>
              <a:rPr lang="en-US" sz="942" dirty="0">
                <a:solidFill>
                  <a:srgbClr val="666666"/>
                </a:solidFill>
              </a:rPr>
              <a:t>）</a:t>
            </a:r>
            <a:r>
              <a:rPr lang="zh-CN" altLang="en-US" sz="942" dirty="0">
                <a:solidFill>
                  <a:srgbClr val="666666"/>
                </a:solidFill>
              </a:rPr>
              <a:t>或者密码验证</a:t>
            </a:r>
            <a:r>
              <a:rPr lang="en-US" sz="942" dirty="0" err="1">
                <a:solidFill>
                  <a:srgbClr val="666666"/>
                </a:solidFill>
              </a:rPr>
              <a:t>完成关键节点的授权确认</a:t>
            </a:r>
            <a:r>
              <a:rPr lang="en-US" sz="942" dirty="0">
                <a:solidFill>
                  <a:srgbClr val="666666"/>
                </a:solidFill>
              </a:rPr>
              <a:t>。</a:t>
            </a:r>
            <a:endParaRPr lang="en-US" sz="942" dirty="0"/>
          </a:p>
        </p:txBody>
      </p:sp>
      <p:sp>
        <p:nvSpPr>
          <p:cNvPr id="11" name="Text 8"/>
          <p:cNvSpPr/>
          <p:nvPr/>
        </p:nvSpPr>
        <p:spPr>
          <a:xfrm>
            <a:off x="557213" y="3068241"/>
            <a:ext cx="94300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0000"/>
                </a:solidFill>
              </a:rPr>
              <a:t>边界设定能力</a:t>
            </a:r>
            <a:endParaRPr lang="en-US" sz="1090" dirty="0"/>
          </a:p>
        </p:txBody>
      </p:sp>
      <p:sp>
        <p:nvSpPr>
          <p:cNvPr id="14" name="Text 11"/>
          <p:cNvSpPr/>
          <p:nvPr/>
        </p:nvSpPr>
        <p:spPr>
          <a:xfrm>
            <a:off x="428625" y="3366492"/>
            <a:ext cx="3250406" cy="385763"/>
          </a:xfrm>
          <a:prstGeom prst="rect">
            <a:avLst/>
          </a:prstGeom>
          <a:noFill/>
          <a:ln/>
        </p:spPr>
        <p:txBody>
          <a:bodyPr wrap="square" lIns="153035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666666"/>
                </a:solidFill>
              </a:rPr>
              <a:t>预先设定 Agent 的可操作范围，包括单笔/单日限额、可信商户白名单及授权有效期。</a:t>
            </a:r>
            <a:endParaRPr lang="en-US" sz="942" dirty="0"/>
          </a:p>
        </p:txBody>
      </p:sp>
      <p:sp>
        <p:nvSpPr>
          <p:cNvPr id="15" name="Shape 12"/>
          <p:cNvSpPr/>
          <p:nvPr/>
        </p:nvSpPr>
        <p:spPr>
          <a:xfrm>
            <a:off x="4114800" y="1357313"/>
            <a:ext cx="5029200" cy="3545427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4"/>
          <p:cNvSpPr/>
          <p:nvPr/>
        </p:nvSpPr>
        <p:spPr>
          <a:xfrm>
            <a:off x="4672013" y="1736577"/>
            <a:ext cx="2085082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</a:rPr>
              <a:t>Agent Platform</a:t>
            </a:r>
            <a:endParaRPr lang="en-US" sz="1602" dirty="0"/>
          </a:p>
        </p:txBody>
      </p:sp>
      <p:sp>
        <p:nvSpPr>
          <p:cNvPr id="18" name="Text 15"/>
          <p:cNvSpPr/>
          <p:nvPr/>
        </p:nvSpPr>
        <p:spPr>
          <a:xfrm>
            <a:off x="4672013" y="2241352"/>
            <a:ext cx="125732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</a:rPr>
              <a:t>意图解析与结构化</a:t>
            </a:r>
            <a:endParaRPr lang="en-US" sz="1090" dirty="0"/>
          </a:p>
        </p:txBody>
      </p:sp>
      <p:sp>
        <p:nvSpPr>
          <p:cNvPr id="21" name="Text 18"/>
          <p:cNvSpPr/>
          <p:nvPr/>
        </p:nvSpPr>
        <p:spPr>
          <a:xfrm>
            <a:off x="4543425" y="2539603"/>
            <a:ext cx="4171950" cy="385763"/>
          </a:xfrm>
          <a:prstGeom prst="rect">
            <a:avLst/>
          </a:prstGeom>
          <a:noFill/>
          <a:ln/>
        </p:spPr>
        <p:txBody>
          <a:bodyPr wrap="square" lIns="153035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CCCCCC"/>
                </a:solidFill>
              </a:rPr>
              <a:t>将用户的非结构化自然语言指令（如"买最便宜的"）转化为符合支付标准的结构化数据（SKU, Amount, Merchant ID）。</a:t>
            </a:r>
            <a:endParaRPr lang="en-US" sz="942" dirty="0"/>
          </a:p>
        </p:txBody>
      </p:sp>
      <p:sp>
        <p:nvSpPr>
          <p:cNvPr id="22" name="Text 19"/>
          <p:cNvSpPr/>
          <p:nvPr/>
        </p:nvSpPr>
        <p:spPr>
          <a:xfrm>
            <a:off x="4672013" y="3068241"/>
            <a:ext cx="11001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</a:rPr>
              <a:t>身份识别与鉴权</a:t>
            </a:r>
            <a:endParaRPr lang="en-US" sz="1090" dirty="0"/>
          </a:p>
        </p:txBody>
      </p:sp>
      <p:sp>
        <p:nvSpPr>
          <p:cNvPr id="25" name="Text 22"/>
          <p:cNvSpPr/>
          <p:nvPr/>
        </p:nvSpPr>
        <p:spPr>
          <a:xfrm>
            <a:off x="4543425" y="3366492"/>
            <a:ext cx="4171950" cy="385763"/>
          </a:xfrm>
          <a:prstGeom prst="rect">
            <a:avLst/>
          </a:prstGeom>
          <a:noFill/>
          <a:ln/>
        </p:spPr>
        <p:txBody>
          <a:bodyPr wrap="square" lIns="153035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CCCCCC"/>
                </a:solidFill>
              </a:rPr>
              <a:t>具备高等级的身份验证能力，确保"发起交易的 Agent"确实代表了"合法授权的用户"。</a:t>
            </a:r>
            <a:endParaRPr lang="en-US" sz="942" dirty="0"/>
          </a:p>
        </p:txBody>
      </p:sp>
      <p:sp>
        <p:nvSpPr>
          <p:cNvPr id="26" name="Text 23"/>
          <p:cNvSpPr/>
          <p:nvPr/>
        </p:nvSpPr>
        <p:spPr>
          <a:xfrm>
            <a:off x="4672013" y="3895130"/>
            <a:ext cx="94300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</a:rPr>
              <a:t>订单生成能力</a:t>
            </a:r>
            <a:endParaRPr lang="en-US" sz="1090" dirty="0"/>
          </a:p>
        </p:txBody>
      </p:sp>
      <p:sp>
        <p:nvSpPr>
          <p:cNvPr id="29" name="Text 26"/>
          <p:cNvSpPr/>
          <p:nvPr/>
        </p:nvSpPr>
        <p:spPr>
          <a:xfrm>
            <a:off x="4543425" y="4193381"/>
            <a:ext cx="4171950" cy="385763"/>
          </a:xfrm>
          <a:prstGeom prst="rect">
            <a:avLst/>
          </a:prstGeom>
          <a:noFill/>
          <a:ln/>
        </p:spPr>
        <p:txBody>
          <a:bodyPr wrap="square" lIns="153035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CCCCCC"/>
                </a:solidFill>
              </a:rPr>
              <a:t>能够根据解析结果，自动生成标准化的订单请求，并处理商户端的库存与价格校验。</a:t>
            </a:r>
            <a:endParaRPr lang="en-US" sz="942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28625" y="428625"/>
            <a:ext cx="8286750" cy="4357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kern="0" spc="-1" dirty="0">
                <a:solidFill>
                  <a:srgbClr val="000000"/>
                </a:solidFill>
              </a:rPr>
              <a:t>关键角色能力拆解：商户与 PSP</a:t>
            </a:r>
            <a:endParaRPr lang="en-US" sz="2121" dirty="0"/>
          </a:p>
        </p:txBody>
      </p:sp>
      <p:sp>
        <p:nvSpPr>
          <p:cNvPr id="4" name="Text 1"/>
          <p:cNvSpPr/>
          <p:nvPr/>
        </p:nvSpPr>
        <p:spPr>
          <a:xfrm>
            <a:off x="428625" y="935831"/>
            <a:ext cx="8286750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666666"/>
                </a:solidFill>
              </a:rPr>
              <a:t>履约能力与风控能力的双重升级</a:t>
            </a:r>
            <a:endParaRPr lang="en-US" sz="1269" dirty="0"/>
          </a:p>
        </p:txBody>
      </p:sp>
      <p:sp>
        <p:nvSpPr>
          <p:cNvPr id="5" name="Text 2"/>
          <p:cNvSpPr/>
          <p:nvPr/>
        </p:nvSpPr>
        <p:spPr>
          <a:xfrm>
            <a:off x="380899" y="1800225"/>
            <a:ext cx="3521869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808" b="1" dirty="0">
                <a:solidFill>
                  <a:srgbClr val="000000"/>
                </a:solidFill>
              </a:rPr>
              <a:t>Merchant</a:t>
            </a:r>
            <a:endParaRPr lang="en-US" sz="1808" dirty="0"/>
          </a:p>
        </p:txBody>
      </p:sp>
      <p:sp>
        <p:nvSpPr>
          <p:cNvPr id="6" name="Text 3"/>
          <p:cNvSpPr/>
          <p:nvPr/>
        </p:nvSpPr>
        <p:spPr>
          <a:xfrm>
            <a:off x="428624" y="2105620"/>
            <a:ext cx="3521869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kern="0" spc="1" dirty="0">
                <a:solidFill>
                  <a:srgbClr val="666666"/>
                </a:solidFill>
              </a:rPr>
              <a:t>订单受理与履约</a:t>
            </a:r>
            <a:endParaRPr lang="en-US" sz="885" dirty="0"/>
          </a:p>
        </p:txBody>
      </p:sp>
      <p:sp>
        <p:nvSpPr>
          <p:cNvPr id="7" name="Text 4"/>
          <p:cNvSpPr/>
          <p:nvPr/>
        </p:nvSpPr>
        <p:spPr>
          <a:xfrm>
            <a:off x="428625" y="2475309"/>
            <a:ext cx="370760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0000"/>
                </a:solidFill>
              </a:rPr>
              <a:t>API 化订单受理</a:t>
            </a:r>
            <a:endParaRPr lang="en-US" sz="1090" dirty="0"/>
          </a:p>
        </p:txBody>
      </p:sp>
      <p:sp>
        <p:nvSpPr>
          <p:cNvPr id="8" name="Text 5"/>
          <p:cNvSpPr/>
          <p:nvPr/>
        </p:nvSpPr>
        <p:spPr>
          <a:xfrm>
            <a:off x="428625" y="2759273"/>
            <a:ext cx="3707606" cy="385763"/>
          </a:xfrm>
          <a:prstGeom prst="rect">
            <a:avLst/>
          </a:prstGeom>
          <a:noFill/>
          <a:ln/>
        </p:spPr>
        <p:txBody>
          <a:bodyPr wrap="square" lIns="229616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666666"/>
                </a:solidFill>
              </a:rPr>
              <a:t>具备接收结构化 Agent 订单的能力，而非仅依赖前端页面的购物车流程。</a:t>
            </a:r>
            <a:endParaRPr lang="en-US" sz="942" dirty="0"/>
          </a:p>
        </p:txBody>
      </p:sp>
      <p:sp>
        <p:nvSpPr>
          <p:cNvPr id="9" name="Text 6"/>
          <p:cNvSpPr/>
          <p:nvPr/>
        </p:nvSpPr>
        <p:spPr>
          <a:xfrm>
            <a:off x="428625" y="3287911"/>
            <a:ext cx="370760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0000"/>
                </a:solidFill>
              </a:rPr>
              <a:t>实时库存同步</a:t>
            </a:r>
            <a:endParaRPr lang="en-US" sz="1090" dirty="0"/>
          </a:p>
        </p:txBody>
      </p:sp>
      <p:sp>
        <p:nvSpPr>
          <p:cNvPr id="10" name="Text 7"/>
          <p:cNvSpPr/>
          <p:nvPr/>
        </p:nvSpPr>
        <p:spPr>
          <a:xfrm>
            <a:off x="428625" y="3571875"/>
            <a:ext cx="3707606" cy="385763"/>
          </a:xfrm>
          <a:prstGeom prst="rect">
            <a:avLst/>
          </a:prstGeom>
          <a:noFill/>
          <a:ln/>
        </p:spPr>
        <p:txBody>
          <a:bodyPr wrap="square" lIns="229616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666666"/>
                </a:solidFill>
              </a:rPr>
              <a:t>向 Agent 提供毫秒级库存状态，防止自动下单时的超卖或缺货。</a:t>
            </a:r>
            <a:endParaRPr lang="en-US" sz="942" dirty="0"/>
          </a:p>
        </p:txBody>
      </p:sp>
      <p:sp>
        <p:nvSpPr>
          <p:cNvPr id="11" name="Text 8"/>
          <p:cNvSpPr/>
          <p:nvPr/>
        </p:nvSpPr>
        <p:spPr>
          <a:xfrm>
            <a:off x="428625" y="4100513"/>
            <a:ext cx="370760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0000"/>
                </a:solidFill>
              </a:rPr>
              <a:t>自动化履约触发</a:t>
            </a:r>
            <a:endParaRPr lang="en-US" sz="1090" dirty="0"/>
          </a:p>
        </p:txBody>
      </p:sp>
      <p:sp>
        <p:nvSpPr>
          <p:cNvPr id="12" name="Text 9"/>
          <p:cNvSpPr/>
          <p:nvPr/>
        </p:nvSpPr>
        <p:spPr>
          <a:xfrm>
            <a:off x="428625" y="4384477"/>
            <a:ext cx="3707606" cy="192881"/>
          </a:xfrm>
          <a:prstGeom prst="rect">
            <a:avLst/>
          </a:prstGeom>
          <a:noFill/>
          <a:ln/>
        </p:spPr>
        <p:txBody>
          <a:bodyPr wrap="none" lIns="229616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666666"/>
                </a:solidFill>
              </a:rPr>
              <a:t>支付成功后自动触发物流指令，无需人工审核介入。</a:t>
            </a:r>
            <a:endParaRPr lang="en-US" sz="942" dirty="0"/>
          </a:p>
        </p:txBody>
      </p:sp>
      <p:sp>
        <p:nvSpPr>
          <p:cNvPr id="13" name="Shape 10"/>
          <p:cNvSpPr/>
          <p:nvPr/>
        </p:nvSpPr>
        <p:spPr>
          <a:xfrm>
            <a:off x="4575243" y="1634247"/>
            <a:ext cx="4572000" cy="3194928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1"/>
          <p:cNvSpPr/>
          <p:nvPr/>
        </p:nvSpPr>
        <p:spPr>
          <a:xfrm>
            <a:off x="5000625" y="1743967"/>
            <a:ext cx="3529013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808" b="1" dirty="0">
                <a:solidFill>
                  <a:srgbClr val="FFFFFF"/>
                </a:solidFill>
              </a:rPr>
              <a:t>PSP</a:t>
            </a:r>
            <a:endParaRPr lang="en-US" sz="1808" dirty="0"/>
          </a:p>
        </p:txBody>
      </p:sp>
      <p:sp>
        <p:nvSpPr>
          <p:cNvPr id="15" name="Text 12"/>
          <p:cNvSpPr/>
          <p:nvPr/>
        </p:nvSpPr>
        <p:spPr>
          <a:xfrm>
            <a:off x="5000625" y="2094904"/>
            <a:ext cx="3529013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kern="0" spc="1" dirty="0">
                <a:solidFill>
                  <a:srgbClr val="FF4500"/>
                </a:solidFill>
              </a:rPr>
              <a:t>支付执行与风控</a:t>
            </a:r>
            <a:endParaRPr lang="en-US" sz="885" dirty="0"/>
          </a:p>
        </p:txBody>
      </p:sp>
      <p:sp>
        <p:nvSpPr>
          <p:cNvPr id="16" name="Text 13"/>
          <p:cNvSpPr/>
          <p:nvPr/>
        </p:nvSpPr>
        <p:spPr>
          <a:xfrm>
            <a:off x="5000625" y="2475309"/>
            <a:ext cx="371475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</a:rPr>
              <a:t>Agent 身份验证</a:t>
            </a:r>
            <a:endParaRPr lang="en-US" sz="1090" dirty="0"/>
          </a:p>
        </p:txBody>
      </p:sp>
      <p:sp>
        <p:nvSpPr>
          <p:cNvPr id="17" name="Text 14"/>
          <p:cNvSpPr/>
          <p:nvPr/>
        </p:nvSpPr>
        <p:spPr>
          <a:xfrm>
            <a:off x="5000625" y="2759273"/>
            <a:ext cx="3714750" cy="192881"/>
          </a:xfrm>
          <a:prstGeom prst="rect">
            <a:avLst/>
          </a:prstGeom>
          <a:noFill/>
          <a:ln/>
        </p:spPr>
        <p:txBody>
          <a:bodyPr wrap="none" lIns="229616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CCCCCC"/>
                </a:solidFill>
              </a:rPr>
              <a:t>识别并验证发起交易的 Agent 平台签名，确保请求来源可信。</a:t>
            </a:r>
            <a:endParaRPr lang="en-US" sz="942" dirty="0"/>
          </a:p>
        </p:txBody>
      </p:sp>
      <p:sp>
        <p:nvSpPr>
          <p:cNvPr id="18" name="Text 15"/>
          <p:cNvSpPr/>
          <p:nvPr/>
        </p:nvSpPr>
        <p:spPr>
          <a:xfrm>
            <a:off x="5000625" y="3095030"/>
            <a:ext cx="371475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</a:rPr>
              <a:t>场景化风控引擎</a:t>
            </a:r>
            <a:endParaRPr lang="en-US" sz="1090" dirty="0"/>
          </a:p>
        </p:txBody>
      </p:sp>
      <p:sp>
        <p:nvSpPr>
          <p:cNvPr id="19" name="Text 16"/>
          <p:cNvSpPr/>
          <p:nvPr/>
        </p:nvSpPr>
        <p:spPr>
          <a:xfrm>
            <a:off x="5000625" y="3378994"/>
            <a:ext cx="3714750" cy="385763"/>
          </a:xfrm>
          <a:prstGeom prst="rect">
            <a:avLst/>
          </a:prstGeom>
          <a:noFill/>
          <a:ln/>
        </p:spPr>
        <p:txBody>
          <a:bodyPr wrap="square" lIns="229616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CCCCCC"/>
                </a:solidFill>
              </a:rPr>
              <a:t>区分 "高频 Agent 交易" 与 "恶意 Bot 攻击"，建立专门的流量清洗规则。</a:t>
            </a:r>
            <a:endParaRPr lang="en-US" sz="942" dirty="0"/>
          </a:p>
        </p:txBody>
      </p:sp>
      <p:sp>
        <p:nvSpPr>
          <p:cNvPr id="20" name="Text 17"/>
          <p:cNvSpPr/>
          <p:nvPr/>
        </p:nvSpPr>
        <p:spPr>
          <a:xfrm>
            <a:off x="5000625" y="3907631"/>
            <a:ext cx="371475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</a:rPr>
              <a:t>Token 生命周期管理</a:t>
            </a:r>
            <a:endParaRPr lang="en-US" sz="1090" dirty="0"/>
          </a:p>
        </p:txBody>
      </p:sp>
      <p:sp>
        <p:nvSpPr>
          <p:cNvPr id="21" name="Text 18"/>
          <p:cNvSpPr/>
          <p:nvPr/>
        </p:nvSpPr>
        <p:spPr>
          <a:xfrm>
            <a:off x="5000625" y="4191595"/>
            <a:ext cx="3714750" cy="385763"/>
          </a:xfrm>
          <a:prstGeom prst="rect">
            <a:avLst/>
          </a:prstGeom>
          <a:noFill/>
          <a:ln/>
        </p:spPr>
        <p:txBody>
          <a:bodyPr wrap="square" lIns="229616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CCCCCC"/>
                </a:solidFill>
              </a:rPr>
              <a:t>发行并验证受限支付凭证（Limited Token），控制单笔限额与有效期。</a:t>
            </a:r>
            <a:endParaRPr lang="en-US" sz="942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28625" y="428625"/>
            <a:ext cx="8286750" cy="4357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kern="0" spc="-1" dirty="0">
                <a:solidFill>
                  <a:srgbClr val="000000"/>
                </a:solidFill>
              </a:rPr>
              <a:t>关键角色能力拆解：收单机构与卡组织</a:t>
            </a:r>
            <a:endParaRPr lang="en-US" sz="2121" dirty="0"/>
          </a:p>
        </p:txBody>
      </p:sp>
      <p:sp>
        <p:nvSpPr>
          <p:cNvPr id="4" name="Text 1"/>
          <p:cNvSpPr/>
          <p:nvPr/>
        </p:nvSpPr>
        <p:spPr>
          <a:xfrm>
            <a:off x="428625" y="935831"/>
            <a:ext cx="8286750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666666"/>
                </a:solidFill>
              </a:rPr>
              <a:t>规则适配与信任机制的构建</a:t>
            </a:r>
            <a:endParaRPr lang="en-US" sz="1269" dirty="0"/>
          </a:p>
        </p:txBody>
      </p:sp>
      <p:sp>
        <p:nvSpPr>
          <p:cNvPr id="5" name="Text 2"/>
          <p:cNvSpPr/>
          <p:nvPr/>
        </p:nvSpPr>
        <p:spPr>
          <a:xfrm>
            <a:off x="428625" y="1643063"/>
            <a:ext cx="3521869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808" b="1" dirty="0">
                <a:solidFill>
                  <a:srgbClr val="000000"/>
                </a:solidFill>
              </a:rPr>
              <a:t>Acquirer</a:t>
            </a:r>
            <a:endParaRPr lang="en-US" sz="1808" dirty="0"/>
          </a:p>
        </p:txBody>
      </p:sp>
      <p:sp>
        <p:nvSpPr>
          <p:cNvPr id="6" name="Text 3"/>
          <p:cNvSpPr/>
          <p:nvPr/>
        </p:nvSpPr>
        <p:spPr>
          <a:xfrm>
            <a:off x="428624" y="1978363"/>
            <a:ext cx="3521869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kern="0" spc="1" dirty="0">
                <a:solidFill>
                  <a:srgbClr val="666666"/>
                </a:solidFill>
              </a:rPr>
              <a:t>规则适配与争议处理</a:t>
            </a:r>
            <a:endParaRPr lang="en-US" sz="885" dirty="0"/>
          </a:p>
        </p:txBody>
      </p:sp>
      <p:sp>
        <p:nvSpPr>
          <p:cNvPr id="7" name="Text 4"/>
          <p:cNvSpPr/>
          <p:nvPr/>
        </p:nvSpPr>
        <p:spPr>
          <a:xfrm>
            <a:off x="428625" y="2303859"/>
            <a:ext cx="370760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0000"/>
                </a:solidFill>
              </a:rPr>
              <a:t>Agent 争议仲裁</a:t>
            </a:r>
            <a:endParaRPr lang="en-US" sz="1090" dirty="0"/>
          </a:p>
        </p:txBody>
      </p:sp>
      <p:sp>
        <p:nvSpPr>
          <p:cNvPr id="8" name="Text 5"/>
          <p:cNvSpPr/>
          <p:nvPr/>
        </p:nvSpPr>
        <p:spPr>
          <a:xfrm>
            <a:off x="428625" y="2587823"/>
            <a:ext cx="3707606" cy="385763"/>
          </a:xfrm>
          <a:prstGeom prst="rect">
            <a:avLst/>
          </a:prstGeom>
          <a:noFill/>
          <a:ln/>
        </p:spPr>
        <p:txBody>
          <a:bodyPr wrap="square" lIns="229616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666666"/>
                </a:solidFill>
              </a:rPr>
              <a:t>处理因 "Agent 意图误解" 或 "执行偏差" 导致的特殊退款请求，区别于传统欺诈。</a:t>
            </a:r>
            <a:endParaRPr lang="en-US" sz="942" dirty="0"/>
          </a:p>
        </p:txBody>
      </p:sp>
      <p:sp>
        <p:nvSpPr>
          <p:cNvPr id="9" name="Text 6"/>
          <p:cNvSpPr/>
          <p:nvPr/>
        </p:nvSpPr>
        <p:spPr>
          <a:xfrm>
            <a:off x="428625" y="3059311"/>
            <a:ext cx="370760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0000"/>
                </a:solidFill>
              </a:rPr>
              <a:t>商户合规准入</a:t>
            </a:r>
            <a:endParaRPr lang="en-US" sz="1090" dirty="0"/>
          </a:p>
        </p:txBody>
      </p:sp>
      <p:sp>
        <p:nvSpPr>
          <p:cNvPr id="10" name="Text 7"/>
          <p:cNvSpPr/>
          <p:nvPr/>
        </p:nvSpPr>
        <p:spPr>
          <a:xfrm>
            <a:off x="428625" y="3343275"/>
            <a:ext cx="3994218" cy="175946"/>
          </a:xfrm>
          <a:prstGeom prst="rect">
            <a:avLst/>
          </a:prstGeom>
          <a:noFill/>
          <a:ln/>
        </p:spPr>
        <p:txBody>
          <a:bodyPr wrap="square" lIns="229616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666666"/>
                </a:solidFill>
              </a:rPr>
              <a:t>审核商户是否具备承接 Agent 自动化订单的技术能力与履约资质。</a:t>
            </a:r>
            <a:endParaRPr lang="en-US" sz="942" dirty="0"/>
          </a:p>
        </p:txBody>
      </p:sp>
      <p:sp>
        <p:nvSpPr>
          <p:cNvPr id="11" name="Text 8"/>
          <p:cNvSpPr/>
          <p:nvPr/>
        </p:nvSpPr>
        <p:spPr>
          <a:xfrm>
            <a:off x="428625" y="3814763"/>
            <a:ext cx="370760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0000"/>
                </a:solidFill>
              </a:rPr>
              <a:t>清算对账适配</a:t>
            </a:r>
            <a:endParaRPr lang="en-US" sz="1090" dirty="0"/>
          </a:p>
        </p:txBody>
      </p:sp>
      <p:sp>
        <p:nvSpPr>
          <p:cNvPr id="12" name="Text 9"/>
          <p:cNvSpPr/>
          <p:nvPr/>
        </p:nvSpPr>
        <p:spPr>
          <a:xfrm>
            <a:off x="428625" y="4098727"/>
            <a:ext cx="3707606" cy="385763"/>
          </a:xfrm>
          <a:prstGeom prst="rect">
            <a:avLst/>
          </a:prstGeom>
          <a:noFill/>
          <a:ln/>
        </p:spPr>
        <p:txBody>
          <a:bodyPr wrap="square" lIns="229616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666666"/>
                </a:solidFill>
              </a:rPr>
              <a:t>支持包含 Agent 标识符的复杂交易报表，便于商户进行多渠道对账。</a:t>
            </a:r>
            <a:endParaRPr lang="en-US" sz="942" dirty="0"/>
          </a:p>
        </p:txBody>
      </p:sp>
      <p:sp>
        <p:nvSpPr>
          <p:cNvPr id="13" name="Shape 10"/>
          <p:cNvSpPr/>
          <p:nvPr/>
        </p:nvSpPr>
        <p:spPr>
          <a:xfrm>
            <a:off x="4572000" y="1500188"/>
            <a:ext cx="4572000" cy="3311761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1"/>
          <p:cNvSpPr/>
          <p:nvPr/>
        </p:nvSpPr>
        <p:spPr>
          <a:xfrm>
            <a:off x="4935774" y="1662973"/>
            <a:ext cx="3529013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808" b="1" dirty="0">
                <a:solidFill>
                  <a:srgbClr val="FFFFFF"/>
                </a:solidFill>
              </a:rPr>
              <a:t>Card Scheme</a:t>
            </a:r>
            <a:endParaRPr lang="en-US" sz="1808" dirty="0"/>
          </a:p>
        </p:txBody>
      </p:sp>
      <p:sp>
        <p:nvSpPr>
          <p:cNvPr id="15" name="Text 12"/>
          <p:cNvSpPr/>
          <p:nvPr/>
        </p:nvSpPr>
        <p:spPr>
          <a:xfrm>
            <a:off x="4935774" y="1965690"/>
            <a:ext cx="3529013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kern="0" spc="1" dirty="0">
                <a:solidFill>
                  <a:srgbClr val="FF4500"/>
                </a:solidFill>
              </a:rPr>
              <a:t>信任框架与标准制定</a:t>
            </a:r>
            <a:endParaRPr lang="en-US" sz="885" dirty="0"/>
          </a:p>
        </p:txBody>
      </p:sp>
      <p:sp>
        <p:nvSpPr>
          <p:cNvPr id="16" name="Text 13"/>
          <p:cNvSpPr/>
          <p:nvPr/>
        </p:nvSpPr>
        <p:spPr>
          <a:xfrm>
            <a:off x="5000625" y="2303859"/>
            <a:ext cx="371475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</a:rPr>
              <a:t>Agent 注册目录服务</a:t>
            </a:r>
            <a:endParaRPr lang="en-US" sz="1090" dirty="0"/>
          </a:p>
        </p:txBody>
      </p:sp>
      <p:sp>
        <p:nvSpPr>
          <p:cNvPr id="17" name="Text 14"/>
          <p:cNvSpPr/>
          <p:nvPr/>
        </p:nvSpPr>
        <p:spPr>
          <a:xfrm>
            <a:off x="5000625" y="2587823"/>
            <a:ext cx="3714750" cy="385763"/>
          </a:xfrm>
          <a:prstGeom prst="rect">
            <a:avLst/>
          </a:prstGeom>
          <a:noFill/>
          <a:ln/>
        </p:spPr>
        <p:txBody>
          <a:bodyPr wrap="square" lIns="229616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CCCCCC"/>
                </a:solidFill>
              </a:rPr>
              <a:t>建立全球统一的 Agent 身份注册库（Directory Service），验证合法 Agent 身份。</a:t>
            </a:r>
            <a:endParaRPr lang="en-US" sz="942" dirty="0"/>
          </a:p>
        </p:txBody>
      </p:sp>
      <p:sp>
        <p:nvSpPr>
          <p:cNvPr id="18" name="Text 15"/>
          <p:cNvSpPr/>
          <p:nvPr/>
        </p:nvSpPr>
        <p:spPr>
          <a:xfrm>
            <a:off x="5000625" y="3059311"/>
            <a:ext cx="371475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</a:rPr>
              <a:t>责任转移规则 (Liability Shift)</a:t>
            </a:r>
            <a:endParaRPr lang="en-US" sz="1090" dirty="0"/>
          </a:p>
        </p:txBody>
      </p:sp>
      <p:sp>
        <p:nvSpPr>
          <p:cNvPr id="19" name="Text 16"/>
          <p:cNvSpPr/>
          <p:nvPr/>
        </p:nvSpPr>
        <p:spPr>
          <a:xfrm>
            <a:off x="5000625" y="3343275"/>
            <a:ext cx="3714750" cy="385763"/>
          </a:xfrm>
          <a:prstGeom prst="rect">
            <a:avLst/>
          </a:prstGeom>
          <a:noFill/>
          <a:ln/>
        </p:spPr>
        <p:txBody>
          <a:bodyPr wrap="square" lIns="229616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CCCCCC"/>
                </a:solidFill>
              </a:rPr>
              <a:t>明确在 Agent 交易中，若发生欺诈，责任应由发卡行、商户还是 Agent 平台承担。</a:t>
            </a:r>
            <a:endParaRPr lang="en-US" sz="942" dirty="0"/>
          </a:p>
        </p:txBody>
      </p:sp>
      <p:sp>
        <p:nvSpPr>
          <p:cNvPr id="20" name="Text 17"/>
          <p:cNvSpPr/>
          <p:nvPr/>
        </p:nvSpPr>
        <p:spPr>
          <a:xfrm>
            <a:off x="5000625" y="3814763"/>
            <a:ext cx="371475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</a:rPr>
              <a:t>交易标识符定义</a:t>
            </a:r>
            <a:endParaRPr lang="en-US" sz="1090" dirty="0"/>
          </a:p>
        </p:txBody>
      </p:sp>
      <p:sp>
        <p:nvSpPr>
          <p:cNvPr id="21" name="Text 18"/>
          <p:cNvSpPr/>
          <p:nvPr/>
        </p:nvSpPr>
        <p:spPr>
          <a:xfrm>
            <a:off x="5000625" y="4098727"/>
            <a:ext cx="3714750" cy="385763"/>
          </a:xfrm>
          <a:prstGeom prst="rect">
            <a:avLst/>
          </a:prstGeom>
          <a:noFill/>
          <a:ln/>
        </p:spPr>
        <p:txBody>
          <a:bodyPr wrap="square" lIns="229616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CCCCCC"/>
                </a:solidFill>
              </a:rPr>
              <a:t>制定专用的 ECI (Electronic Commerce Indicator) 或 MCC，用于标记 Agent 交易。</a:t>
            </a:r>
            <a:endParaRPr lang="en-US" sz="942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28625" y="428625"/>
            <a:ext cx="8286750" cy="4357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kern="0" spc="-1" dirty="0">
                <a:solidFill>
                  <a:srgbClr val="000000"/>
                </a:solidFill>
              </a:rPr>
              <a:t>PSP/收单机构的关键卡点（1/3）</a:t>
            </a:r>
            <a:endParaRPr lang="en-US" sz="2121" dirty="0"/>
          </a:p>
        </p:txBody>
      </p:sp>
      <p:sp>
        <p:nvSpPr>
          <p:cNvPr id="4" name="Text 1"/>
          <p:cNvSpPr/>
          <p:nvPr/>
        </p:nvSpPr>
        <p:spPr>
          <a:xfrm>
            <a:off x="428625" y="935831"/>
            <a:ext cx="8286750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666666"/>
                </a:solidFill>
              </a:rPr>
              <a:t>卡点一：Checkout 不再是用户意图确认的关键节点</a:t>
            </a:r>
            <a:endParaRPr lang="en-US" sz="1269" dirty="0"/>
          </a:p>
        </p:txBody>
      </p:sp>
      <p:sp>
        <p:nvSpPr>
          <p:cNvPr id="5" name="Text 2"/>
          <p:cNvSpPr/>
          <p:nvPr/>
        </p:nvSpPr>
        <p:spPr>
          <a:xfrm>
            <a:off x="318378" y="1743536"/>
            <a:ext cx="1025922" cy="22115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2000" b="1" dirty="0">
                <a:solidFill>
                  <a:srgbClr val="000000"/>
                </a:solidFill>
              </a:rPr>
              <a:t>传统模式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240557" y="2187442"/>
            <a:ext cx="1534074" cy="1679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dirty="0">
                <a:solidFill>
                  <a:srgbClr val="666666"/>
                </a:solidFill>
              </a:rPr>
              <a:t>Human-Driven</a:t>
            </a: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3494032" y="1681770"/>
            <a:ext cx="1370121" cy="44827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3779782" y="1788927"/>
            <a:ext cx="79862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PAY NOW</a:t>
            </a:r>
            <a:endParaRPr lang="en-US" sz="1193" dirty="0"/>
          </a:p>
        </p:txBody>
      </p:sp>
      <p:sp>
        <p:nvSpPr>
          <p:cNvPr id="9" name="Text 6"/>
          <p:cNvSpPr/>
          <p:nvPr/>
        </p:nvSpPr>
        <p:spPr>
          <a:xfrm>
            <a:off x="4703419" y="1946089"/>
            <a:ext cx="267891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99" b="1" dirty="0">
                <a:solidFill>
                  <a:srgbClr val="FF4500"/>
                </a:solidFill>
              </a:rPr>
              <a:t>👆</a:t>
            </a:r>
            <a:endParaRPr lang="en-US" sz="1499" dirty="0"/>
          </a:p>
        </p:txBody>
      </p:sp>
      <p:sp>
        <p:nvSpPr>
          <p:cNvPr id="10" name="Text 7"/>
          <p:cNvSpPr/>
          <p:nvPr/>
        </p:nvSpPr>
        <p:spPr>
          <a:xfrm>
            <a:off x="6615113" y="1790446"/>
            <a:ext cx="1918795" cy="1637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400" b="1" dirty="0">
                <a:solidFill>
                  <a:srgbClr val="000000"/>
                </a:solidFill>
              </a:rPr>
              <a:t>CLICK = CNFIRMATION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21372" y="3025962"/>
            <a:ext cx="9144000" cy="1500523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9"/>
          <p:cNvSpPr/>
          <p:nvPr/>
        </p:nvSpPr>
        <p:spPr>
          <a:xfrm>
            <a:off x="339079" y="3516657"/>
            <a:ext cx="1300036" cy="22115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2000" b="1" dirty="0">
                <a:solidFill>
                  <a:srgbClr val="000000"/>
                </a:solidFill>
              </a:rPr>
              <a:t>Agent 模式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240557" y="4027542"/>
            <a:ext cx="1646285" cy="1679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dirty="0">
                <a:solidFill>
                  <a:srgbClr val="666666"/>
                </a:solidFill>
              </a:rPr>
              <a:t>Machine-Driven</a:t>
            </a: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3088868" y="4116586"/>
            <a:ext cx="2321149" cy="1568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F4500"/>
                </a:solidFill>
              </a:rPr>
              <a:t>API Call (No Human Interaction)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615114" y="3039975"/>
            <a:ext cx="2288330" cy="1500523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3"/>
          <p:cNvSpPr/>
          <p:nvPr/>
        </p:nvSpPr>
        <p:spPr>
          <a:xfrm>
            <a:off x="6595545" y="3039975"/>
            <a:ext cx="45719" cy="1493517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4"/>
          <p:cNvSpPr/>
          <p:nvPr/>
        </p:nvSpPr>
        <p:spPr>
          <a:xfrm>
            <a:off x="6782692" y="3264601"/>
            <a:ext cx="185737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4500"/>
                </a:solidFill>
              </a:rPr>
              <a:t>核心挑战</a:t>
            </a:r>
            <a:endParaRPr lang="en-US" sz="885" dirty="0"/>
          </a:p>
        </p:txBody>
      </p:sp>
      <p:sp>
        <p:nvSpPr>
          <p:cNvPr id="18" name="Text 15"/>
          <p:cNvSpPr/>
          <p:nvPr/>
        </p:nvSpPr>
        <p:spPr>
          <a:xfrm>
            <a:off x="6757990" y="3697291"/>
            <a:ext cx="2145453" cy="6605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CCCCCC"/>
                </a:solidFill>
              </a:rPr>
              <a:t>PSP 失去了"用户在场"的最强信号。
 如何证明这个 API 调用是用户授权的？
</a:t>
            </a:r>
            <a:r>
              <a:rPr lang="en-US" sz="1050" b="1" dirty="0">
                <a:solidFill>
                  <a:srgbClr val="CCCCCC"/>
                </a:solidFill>
              </a:rPr>
              <a:t>风险：交易抵赖 (Repudiation)</a:t>
            </a:r>
            <a:endParaRPr lang="en-US" sz="1050" dirty="0"/>
          </a:p>
        </p:txBody>
      </p:sp>
      <p:sp>
        <p:nvSpPr>
          <p:cNvPr id="21" name="Shape 4">
            <a:extLst>
              <a:ext uri="{FF2B5EF4-FFF2-40B4-BE49-F238E27FC236}">
                <a16:creationId xmlns:a16="http://schemas.microsoft.com/office/drawing/2014/main" id="{97D0243C-A0DC-4ED0-7191-A617D04B5F11}"/>
              </a:ext>
            </a:extLst>
          </p:cNvPr>
          <p:cNvSpPr/>
          <p:nvPr/>
        </p:nvSpPr>
        <p:spPr>
          <a:xfrm>
            <a:off x="3494032" y="3133119"/>
            <a:ext cx="1434391" cy="509859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r>
              <a:rPr lang="en-US" altLang="zh-CN" sz="1190" b="1" dirty="0">
                <a:solidFill>
                  <a:schemeClr val="bg1"/>
                </a:solidFill>
              </a:rPr>
              <a:t>Order</a:t>
            </a:r>
            <a:r>
              <a:rPr lang="zh-CN" altLang="en-US" sz="1190" b="1" dirty="0">
                <a:solidFill>
                  <a:schemeClr val="bg1"/>
                </a:solidFill>
              </a:rPr>
              <a:t>：</a:t>
            </a:r>
            <a:r>
              <a:rPr lang="en-US" altLang="zh-CN" sz="1190" b="1" dirty="0">
                <a:solidFill>
                  <a:schemeClr val="bg1"/>
                </a:solidFill>
              </a:rPr>
              <a:t>Buy me A Apple</a:t>
            </a:r>
            <a:endParaRPr lang="zh-CN" altLang="en-US" sz="1190" b="1" dirty="0">
              <a:solidFill>
                <a:schemeClr val="bg1"/>
              </a:solidFill>
            </a:endParaRPr>
          </a:p>
        </p:txBody>
      </p:sp>
      <p:pic>
        <p:nvPicPr>
          <p:cNvPr id="25" name="图形 24" descr="声音媒体 纯色填充">
            <a:extLst>
              <a:ext uri="{FF2B5EF4-FFF2-40B4-BE49-F238E27FC236}">
                <a16:creationId xmlns:a16="http://schemas.microsoft.com/office/drawing/2014/main" id="{ADFBBFEF-D944-A3E0-8043-7E08D98B0C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03419" y="3392962"/>
            <a:ext cx="392582" cy="392582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28625" y="428625"/>
            <a:ext cx="8286750" cy="4357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kern="0" spc="-1" dirty="0">
                <a:solidFill>
                  <a:srgbClr val="000000"/>
                </a:solidFill>
              </a:rPr>
              <a:t>PSP/收单机构的关键卡点（2/3）</a:t>
            </a:r>
            <a:endParaRPr lang="en-US" sz="2121" dirty="0"/>
          </a:p>
        </p:txBody>
      </p:sp>
      <p:sp>
        <p:nvSpPr>
          <p:cNvPr id="4" name="Text 1"/>
          <p:cNvSpPr/>
          <p:nvPr/>
        </p:nvSpPr>
        <p:spPr>
          <a:xfrm>
            <a:off x="428625" y="935831"/>
            <a:ext cx="8286750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666666"/>
                </a:solidFill>
              </a:rPr>
              <a:t>风控模型失效与商户改造惰性</a:t>
            </a:r>
            <a:endParaRPr lang="en-US" sz="1269" dirty="0"/>
          </a:p>
        </p:txBody>
      </p:sp>
      <p:sp>
        <p:nvSpPr>
          <p:cNvPr id="5" name="Text 2"/>
          <p:cNvSpPr/>
          <p:nvPr/>
        </p:nvSpPr>
        <p:spPr>
          <a:xfrm>
            <a:off x="285750" y="1714500"/>
            <a:ext cx="399692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294" b="1" dirty="0">
                <a:solidFill>
                  <a:srgbClr val="FF4500">
                    <a:alpha val="20000"/>
                  </a:srgbClr>
                </a:solidFill>
              </a:rPr>
              <a:t>02</a:t>
            </a:r>
            <a:endParaRPr lang="en-US" sz="3294" dirty="0"/>
          </a:p>
        </p:txBody>
      </p:sp>
      <p:sp>
        <p:nvSpPr>
          <p:cNvPr id="6" name="Text 3"/>
          <p:cNvSpPr/>
          <p:nvPr/>
        </p:nvSpPr>
        <p:spPr>
          <a:xfrm>
            <a:off x="285750" y="2257425"/>
            <a:ext cx="3996928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00000"/>
                </a:solidFill>
              </a:rPr>
              <a:t>代理交易风险模型不同</a:t>
            </a:r>
            <a:endParaRPr lang="en-US" sz="1602" dirty="0"/>
          </a:p>
        </p:txBody>
      </p:sp>
      <p:sp>
        <p:nvSpPr>
          <p:cNvPr id="7" name="Shape 4"/>
          <p:cNvSpPr/>
          <p:nvPr/>
        </p:nvSpPr>
        <p:spPr>
          <a:xfrm>
            <a:off x="285750" y="2688896"/>
            <a:ext cx="3996928" cy="816173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5"/>
          <p:cNvSpPr/>
          <p:nvPr/>
        </p:nvSpPr>
        <p:spPr>
          <a:xfrm>
            <a:off x="285750" y="2688896"/>
            <a:ext cx="28575" cy="816173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385763" y="2788909"/>
            <a:ext cx="718145" cy="1336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400" b="1" dirty="0">
                <a:solidFill>
                  <a:srgbClr val="666666"/>
                </a:solidFill>
              </a:rPr>
              <a:t>核心冲突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85763" y="3005007"/>
            <a:ext cx="379690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传统风控依赖"人类行为特征"（如犹豫时间、点击轨迹）来识别真人。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277016" y="3791545"/>
            <a:ext cx="3996928" cy="378619"/>
          </a:xfrm>
          <a:prstGeom prst="rect">
            <a:avLst/>
          </a:prstGeom>
          <a:noFill/>
          <a:ln/>
        </p:spPr>
        <p:txBody>
          <a:bodyPr wrap="square" lIns="153035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666666"/>
                </a:solidFill>
              </a:rPr>
              <a:t>误杀率高：</a:t>
            </a:r>
            <a:r>
              <a:rPr lang="en-US" sz="942" dirty="0">
                <a:solidFill>
                  <a:srgbClr val="666666"/>
                </a:solidFill>
              </a:rPr>
              <a:t>Agent 的操作极快且精准，极易被现有风控系统判定为"恶意脚本"或"Bot 攻击"。</a:t>
            </a:r>
            <a:endParaRPr lang="en-US" sz="885" dirty="0"/>
          </a:p>
        </p:txBody>
      </p:sp>
      <p:sp>
        <p:nvSpPr>
          <p:cNvPr id="12" name="Text 9"/>
          <p:cNvSpPr/>
          <p:nvPr/>
        </p:nvSpPr>
        <p:spPr>
          <a:xfrm>
            <a:off x="277016" y="4255889"/>
            <a:ext cx="3996928" cy="189309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666666"/>
                </a:solidFill>
              </a:rPr>
              <a:t>特征缺失：</a:t>
            </a:r>
            <a:r>
              <a:rPr lang="en-US" sz="942" dirty="0">
                <a:solidFill>
                  <a:srgbClr val="666666"/>
                </a:solidFill>
              </a:rPr>
              <a:t>缺乏设备指纹、生物行为等传统风控所需的维度数据。</a:t>
            </a:r>
            <a:endParaRPr lang="en-US" sz="885" dirty="0"/>
          </a:p>
        </p:txBody>
      </p:sp>
      <p:sp>
        <p:nvSpPr>
          <p:cNvPr id="13" name="Shape 10"/>
          <p:cNvSpPr/>
          <p:nvPr/>
        </p:nvSpPr>
        <p:spPr>
          <a:xfrm>
            <a:off x="4572000" y="1377782"/>
            <a:ext cx="4568428" cy="3765718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1"/>
          <p:cNvSpPr/>
          <p:nvPr/>
        </p:nvSpPr>
        <p:spPr>
          <a:xfrm>
            <a:off x="277016" y="3791545"/>
            <a:ext cx="3730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4500"/>
                </a:solidFill>
              </a:rPr>
              <a:t>!</a:t>
            </a:r>
            <a:endParaRPr lang="en-US" sz="885" dirty="0"/>
          </a:p>
        </p:txBody>
      </p:sp>
      <p:sp>
        <p:nvSpPr>
          <p:cNvPr id="15" name="Text 12"/>
          <p:cNvSpPr/>
          <p:nvPr/>
        </p:nvSpPr>
        <p:spPr>
          <a:xfrm>
            <a:off x="277016" y="4255889"/>
            <a:ext cx="3730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4500"/>
                </a:solidFill>
              </a:rPr>
              <a:t>!</a:t>
            </a:r>
            <a:endParaRPr lang="en-US" sz="885" dirty="0"/>
          </a:p>
        </p:txBody>
      </p:sp>
      <p:sp>
        <p:nvSpPr>
          <p:cNvPr id="16" name="Text 13"/>
          <p:cNvSpPr/>
          <p:nvPr/>
        </p:nvSpPr>
        <p:spPr>
          <a:xfrm>
            <a:off x="4861322" y="1714500"/>
            <a:ext cx="399692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294" b="1" dirty="0">
                <a:solidFill>
                  <a:srgbClr val="FF4500">
                    <a:alpha val="20000"/>
                  </a:srgbClr>
                </a:solidFill>
              </a:rPr>
              <a:t>03</a:t>
            </a:r>
            <a:endParaRPr lang="en-US" sz="3294" dirty="0"/>
          </a:p>
        </p:txBody>
      </p:sp>
      <p:sp>
        <p:nvSpPr>
          <p:cNvPr id="17" name="Text 14"/>
          <p:cNvSpPr/>
          <p:nvPr/>
        </p:nvSpPr>
        <p:spPr>
          <a:xfrm>
            <a:off x="4861322" y="2257425"/>
            <a:ext cx="3996928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00000"/>
                </a:solidFill>
              </a:rPr>
              <a:t>商户不愿大规模改造</a:t>
            </a:r>
            <a:endParaRPr lang="en-US" sz="1602" dirty="0"/>
          </a:p>
        </p:txBody>
      </p:sp>
      <p:sp>
        <p:nvSpPr>
          <p:cNvPr id="18" name="Shape 15"/>
          <p:cNvSpPr/>
          <p:nvPr/>
        </p:nvSpPr>
        <p:spPr>
          <a:xfrm>
            <a:off x="4861322" y="2688896"/>
            <a:ext cx="3996928" cy="81617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6"/>
          <p:cNvSpPr/>
          <p:nvPr/>
        </p:nvSpPr>
        <p:spPr>
          <a:xfrm>
            <a:off x="4861322" y="2688896"/>
            <a:ext cx="28575" cy="816173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7"/>
          <p:cNvSpPr/>
          <p:nvPr/>
        </p:nvSpPr>
        <p:spPr>
          <a:xfrm>
            <a:off x="4961334" y="2788909"/>
            <a:ext cx="718145" cy="1336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400" b="1" dirty="0">
                <a:solidFill>
                  <a:srgbClr val="666666"/>
                </a:solidFill>
              </a:rPr>
              <a:t>核心冲突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4961334" y="3005007"/>
            <a:ext cx="379690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商户缺乏动力为尚未规模化的 Agent 流量投入成本升级 API。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4870057" y="3805135"/>
            <a:ext cx="4150725" cy="300980"/>
          </a:xfrm>
          <a:prstGeom prst="rect">
            <a:avLst/>
          </a:prstGeom>
          <a:noFill/>
          <a:ln/>
        </p:spPr>
        <p:txBody>
          <a:bodyPr wrap="square" lIns="153035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666666"/>
                </a:solidFill>
              </a:rPr>
              <a:t>退回爬虫模式：</a:t>
            </a:r>
            <a:r>
              <a:rPr lang="en-US" sz="942" dirty="0">
                <a:solidFill>
                  <a:srgbClr val="666666"/>
                </a:solidFill>
              </a:rPr>
              <a:t>导致 Agent 只能依赖不稳定的网页解析（Screen Scraping）进行交互。</a:t>
            </a:r>
            <a:endParaRPr lang="en-US" sz="885" dirty="0"/>
          </a:p>
        </p:txBody>
      </p:sp>
      <p:sp>
        <p:nvSpPr>
          <p:cNvPr id="23" name="Text 20"/>
          <p:cNvSpPr/>
          <p:nvPr/>
        </p:nvSpPr>
        <p:spPr>
          <a:xfrm>
            <a:off x="4889897" y="4248745"/>
            <a:ext cx="3996928" cy="189309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666666"/>
                </a:solidFill>
              </a:rPr>
              <a:t>维护成本高：</a:t>
            </a:r>
            <a:r>
              <a:rPr lang="en-US" sz="942" dirty="0">
                <a:solidFill>
                  <a:srgbClr val="666666"/>
                </a:solidFill>
              </a:rPr>
              <a:t>一旦商户前端 UI 变更，Agent 交易链路即刻中断。</a:t>
            </a:r>
            <a:endParaRPr lang="en-US" sz="885" dirty="0"/>
          </a:p>
        </p:txBody>
      </p:sp>
      <p:sp>
        <p:nvSpPr>
          <p:cNvPr id="24" name="Text 21"/>
          <p:cNvSpPr/>
          <p:nvPr/>
        </p:nvSpPr>
        <p:spPr>
          <a:xfrm>
            <a:off x="4852588" y="3791545"/>
            <a:ext cx="3730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4500"/>
                </a:solidFill>
              </a:rPr>
              <a:t>!</a:t>
            </a:r>
            <a:endParaRPr lang="en-US" sz="885" dirty="0"/>
          </a:p>
        </p:txBody>
      </p:sp>
      <p:sp>
        <p:nvSpPr>
          <p:cNvPr id="25" name="Text 22"/>
          <p:cNvSpPr/>
          <p:nvPr/>
        </p:nvSpPr>
        <p:spPr>
          <a:xfrm>
            <a:off x="4852588" y="4255889"/>
            <a:ext cx="3730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4500"/>
                </a:solidFill>
              </a:rPr>
              <a:t>!</a:t>
            </a:r>
            <a:endParaRPr lang="en-US" sz="885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28625" y="428625"/>
            <a:ext cx="8286750" cy="4357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kern="0" spc="-1" dirty="0">
                <a:solidFill>
                  <a:srgbClr val="000000"/>
                </a:solidFill>
              </a:rPr>
              <a:t>PSP/收单机构的关键卡点（3/3）</a:t>
            </a:r>
            <a:endParaRPr lang="en-US" sz="2121" dirty="0"/>
          </a:p>
        </p:txBody>
      </p:sp>
      <p:sp>
        <p:nvSpPr>
          <p:cNvPr id="4" name="Text 1"/>
          <p:cNvSpPr/>
          <p:nvPr/>
        </p:nvSpPr>
        <p:spPr>
          <a:xfrm>
            <a:off x="428625" y="935831"/>
            <a:ext cx="8286750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666666"/>
                </a:solidFill>
              </a:rPr>
              <a:t>责任边界模糊与成功率门槛</a:t>
            </a:r>
            <a:endParaRPr lang="en-US" sz="1269" dirty="0"/>
          </a:p>
        </p:txBody>
      </p:sp>
      <p:sp>
        <p:nvSpPr>
          <p:cNvPr id="5" name="Text 2"/>
          <p:cNvSpPr/>
          <p:nvPr/>
        </p:nvSpPr>
        <p:spPr>
          <a:xfrm>
            <a:off x="285750" y="1714500"/>
            <a:ext cx="399692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294" b="1" dirty="0">
                <a:solidFill>
                  <a:srgbClr val="FF4500">
                    <a:alpha val="20000"/>
                  </a:srgbClr>
                </a:solidFill>
              </a:rPr>
              <a:t>04</a:t>
            </a:r>
            <a:endParaRPr lang="en-US" sz="3294" dirty="0"/>
          </a:p>
        </p:txBody>
      </p:sp>
      <p:sp>
        <p:nvSpPr>
          <p:cNvPr id="6" name="Text 3"/>
          <p:cNvSpPr/>
          <p:nvPr/>
        </p:nvSpPr>
        <p:spPr>
          <a:xfrm>
            <a:off x="285750" y="2257425"/>
            <a:ext cx="3996928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00000"/>
                </a:solidFill>
              </a:rPr>
              <a:t>责任边界不清晰</a:t>
            </a:r>
            <a:endParaRPr lang="en-US" sz="1602" dirty="0"/>
          </a:p>
        </p:txBody>
      </p:sp>
      <p:sp>
        <p:nvSpPr>
          <p:cNvPr id="7" name="Shape 4"/>
          <p:cNvSpPr/>
          <p:nvPr/>
        </p:nvSpPr>
        <p:spPr>
          <a:xfrm>
            <a:off x="285750" y="2674609"/>
            <a:ext cx="3996928" cy="844748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5"/>
          <p:cNvSpPr/>
          <p:nvPr/>
        </p:nvSpPr>
        <p:spPr>
          <a:xfrm>
            <a:off x="285750" y="2674609"/>
            <a:ext cx="28575" cy="844748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400050" y="2788909"/>
            <a:ext cx="820738" cy="1403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600" b="1" dirty="0">
                <a:solidFill>
                  <a:srgbClr val="666666"/>
                </a:solidFill>
              </a:rPr>
              <a:t>核心冲突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00050" y="3005007"/>
            <a:ext cx="376832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当 Agent "买错了"（意图理解偏差）而非"被盗刷"时，属于谁的责任？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248441" y="3810426"/>
            <a:ext cx="3996928" cy="378619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666666"/>
                </a:solidFill>
              </a:rPr>
              <a:t>仲裁困难：</a:t>
            </a:r>
            <a:r>
              <a:rPr lang="en-US" sz="942" dirty="0">
                <a:solidFill>
                  <a:srgbClr val="666666"/>
                </a:solidFill>
              </a:rPr>
              <a:t>现有的 Chargeback 代码（如"未授权交易"）无法覆盖"授权了但执行错误"的场景。</a:t>
            </a:r>
            <a:endParaRPr lang="en-US" sz="885" dirty="0"/>
          </a:p>
        </p:txBody>
      </p:sp>
      <p:sp>
        <p:nvSpPr>
          <p:cNvPr id="12" name="Text 9"/>
          <p:cNvSpPr/>
          <p:nvPr/>
        </p:nvSpPr>
        <p:spPr>
          <a:xfrm>
            <a:off x="248441" y="4274770"/>
            <a:ext cx="3996928" cy="18930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666666"/>
                </a:solidFill>
              </a:rPr>
              <a:t>信任赤字：</a:t>
            </a:r>
            <a:r>
              <a:rPr lang="en-US" sz="942" dirty="0">
                <a:solidFill>
                  <a:srgbClr val="666666"/>
                </a:solidFill>
              </a:rPr>
              <a:t>用户可能因一次错误执行而永久关闭 Agent 权限。</a:t>
            </a:r>
            <a:endParaRPr lang="en-US" sz="885" dirty="0"/>
          </a:p>
        </p:txBody>
      </p:sp>
      <p:sp>
        <p:nvSpPr>
          <p:cNvPr id="13" name="Shape 10"/>
          <p:cNvSpPr/>
          <p:nvPr/>
        </p:nvSpPr>
        <p:spPr>
          <a:xfrm>
            <a:off x="4572000" y="1500187"/>
            <a:ext cx="4568428" cy="3643313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1"/>
          <p:cNvSpPr/>
          <p:nvPr/>
        </p:nvSpPr>
        <p:spPr>
          <a:xfrm>
            <a:off x="248441" y="3810426"/>
            <a:ext cx="3730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4500"/>
                </a:solidFill>
              </a:rPr>
              <a:t>!</a:t>
            </a:r>
            <a:endParaRPr lang="en-US" sz="885" dirty="0"/>
          </a:p>
        </p:txBody>
      </p:sp>
      <p:sp>
        <p:nvSpPr>
          <p:cNvPr id="15" name="Text 12"/>
          <p:cNvSpPr/>
          <p:nvPr/>
        </p:nvSpPr>
        <p:spPr>
          <a:xfrm>
            <a:off x="248441" y="4274770"/>
            <a:ext cx="3730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4500"/>
                </a:solidFill>
              </a:rPr>
              <a:t>!</a:t>
            </a:r>
            <a:endParaRPr lang="en-US" sz="885" dirty="0"/>
          </a:p>
        </p:txBody>
      </p:sp>
      <p:sp>
        <p:nvSpPr>
          <p:cNvPr id="16" name="Text 13"/>
          <p:cNvSpPr/>
          <p:nvPr/>
        </p:nvSpPr>
        <p:spPr>
          <a:xfrm>
            <a:off x="4861322" y="1714500"/>
            <a:ext cx="399692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294" b="1" dirty="0">
                <a:solidFill>
                  <a:srgbClr val="FF4500">
                    <a:alpha val="20000"/>
                  </a:srgbClr>
                </a:solidFill>
              </a:rPr>
              <a:t>05</a:t>
            </a:r>
            <a:endParaRPr lang="en-US" sz="3294" dirty="0"/>
          </a:p>
        </p:txBody>
      </p:sp>
      <p:sp>
        <p:nvSpPr>
          <p:cNvPr id="17" name="Text 14"/>
          <p:cNvSpPr/>
          <p:nvPr/>
        </p:nvSpPr>
        <p:spPr>
          <a:xfrm>
            <a:off x="4861322" y="2257425"/>
            <a:ext cx="3996928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00000"/>
                </a:solidFill>
              </a:rPr>
              <a:t>成功率是规模化的门槛</a:t>
            </a:r>
            <a:endParaRPr lang="en-US" sz="1602" dirty="0"/>
          </a:p>
        </p:txBody>
      </p:sp>
      <p:sp>
        <p:nvSpPr>
          <p:cNvPr id="18" name="Shape 15"/>
          <p:cNvSpPr/>
          <p:nvPr/>
        </p:nvSpPr>
        <p:spPr>
          <a:xfrm>
            <a:off x="4861322" y="2674609"/>
            <a:ext cx="3996928" cy="8447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6"/>
          <p:cNvSpPr/>
          <p:nvPr/>
        </p:nvSpPr>
        <p:spPr>
          <a:xfrm>
            <a:off x="4861322" y="2674609"/>
            <a:ext cx="28575" cy="844748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7"/>
          <p:cNvSpPr/>
          <p:nvPr/>
        </p:nvSpPr>
        <p:spPr>
          <a:xfrm>
            <a:off x="4975622" y="2788909"/>
            <a:ext cx="820738" cy="1403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600" b="1" dirty="0">
                <a:solidFill>
                  <a:srgbClr val="666666"/>
                </a:solidFill>
              </a:rPr>
              <a:t>核心冲突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4975622" y="3005007"/>
            <a:ext cx="376832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支付是"零容忍"业务，但 Agent 的执行成功率目前仍不稳定。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4875609" y="3598581"/>
            <a:ext cx="3996928" cy="378619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666666"/>
                </a:solidFill>
              </a:rPr>
              <a:t>体验断层：</a:t>
            </a:r>
            <a:r>
              <a:rPr lang="en-US" sz="942" dirty="0">
                <a:solidFill>
                  <a:srgbClr val="666666"/>
                </a:solidFill>
              </a:rPr>
              <a:t>如果 Agent 支付成功率低于 99%，用户仍需频繁介入，自动化价值大打折扣。</a:t>
            </a:r>
            <a:endParaRPr lang="en-US" sz="885" dirty="0"/>
          </a:p>
        </p:txBody>
      </p:sp>
      <p:sp>
        <p:nvSpPr>
          <p:cNvPr id="23" name="Text 20"/>
          <p:cNvSpPr/>
          <p:nvPr/>
        </p:nvSpPr>
        <p:spPr>
          <a:xfrm>
            <a:off x="4861322" y="4086454"/>
            <a:ext cx="3996928" cy="378619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666666"/>
                </a:solidFill>
              </a:rPr>
              <a:t>商户拦截：</a:t>
            </a:r>
            <a:r>
              <a:rPr lang="en-US" sz="942" dirty="0">
                <a:solidFill>
                  <a:srgbClr val="666666"/>
                </a:solidFill>
              </a:rPr>
              <a:t>商户端的反爬虫策略可能误伤正常的 Agent 支付请求，导致交易失败。</a:t>
            </a:r>
            <a:endParaRPr lang="en-US" sz="885" dirty="0"/>
          </a:p>
        </p:txBody>
      </p:sp>
      <p:sp>
        <p:nvSpPr>
          <p:cNvPr id="24" name="Text 21"/>
          <p:cNvSpPr/>
          <p:nvPr/>
        </p:nvSpPr>
        <p:spPr>
          <a:xfrm>
            <a:off x="4824013" y="3621117"/>
            <a:ext cx="3730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4500"/>
                </a:solidFill>
              </a:rPr>
              <a:t>!</a:t>
            </a:r>
            <a:endParaRPr lang="en-US" sz="885" dirty="0"/>
          </a:p>
        </p:txBody>
      </p:sp>
      <p:sp>
        <p:nvSpPr>
          <p:cNvPr id="25" name="Text 22"/>
          <p:cNvSpPr/>
          <p:nvPr/>
        </p:nvSpPr>
        <p:spPr>
          <a:xfrm>
            <a:off x="4824013" y="4085461"/>
            <a:ext cx="3730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4500"/>
                </a:solidFill>
              </a:rPr>
              <a:t>!</a:t>
            </a:r>
            <a:endParaRPr lang="en-US" sz="885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428625" y="1271588"/>
            <a:ext cx="8286750" cy="28575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428625" y="428625"/>
            <a:ext cx="3904467" cy="3406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kern="0" spc="-1" dirty="0"/>
              <a:t>总结：PSP/收单机构的战略定位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428625" y="935831"/>
            <a:ext cx="2705869" cy="1965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chemeClr val="tx1">
                    <a:lumMod val="50000"/>
                    <a:lumOff val="50000"/>
                  </a:schemeClr>
                </a:solidFill>
              </a:rPr>
              <a:t>从 "通道" 到 "生态治理者" 的角色升维</a:t>
            </a:r>
          </a:p>
        </p:txBody>
      </p:sp>
      <p:sp>
        <p:nvSpPr>
          <p:cNvPr id="7" name="Text 4"/>
          <p:cNvSpPr/>
          <p:nvPr/>
        </p:nvSpPr>
        <p:spPr>
          <a:xfrm>
            <a:off x="2900335" y="1389459"/>
            <a:ext cx="3343303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1808" b="1" dirty="0">
                <a:solidFill>
                  <a:srgbClr val="FFFFFF"/>
                </a:solidFill>
              </a:rPr>
              <a:t>不仅仅是资金的搬运工，更是</a:t>
            </a:r>
            <a:endParaRPr lang="en-US" sz="1808" dirty="0"/>
          </a:p>
        </p:txBody>
      </p:sp>
      <p:sp>
        <p:nvSpPr>
          <p:cNvPr id="8" name="Text 5"/>
          <p:cNvSpPr/>
          <p:nvPr/>
        </p:nvSpPr>
        <p:spPr>
          <a:xfrm>
            <a:off x="428653" y="1345319"/>
            <a:ext cx="8286750" cy="4800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3800"/>
              </a:lnSpc>
              <a:buNone/>
            </a:pPr>
            <a:r>
              <a:rPr lang="en-US" sz="2436" b="1" dirty="0">
                <a:solidFill>
                  <a:srgbClr val="FF4500"/>
                </a:solidFill>
              </a:rPr>
              <a:t>Agentic 交易的可信执行层</a:t>
            </a:r>
            <a:endParaRPr lang="en-US" sz="2436" dirty="0"/>
          </a:p>
        </p:txBody>
      </p:sp>
      <p:sp>
        <p:nvSpPr>
          <p:cNvPr id="9" name="Shape 6"/>
          <p:cNvSpPr/>
          <p:nvPr/>
        </p:nvSpPr>
        <p:spPr>
          <a:xfrm>
            <a:off x="428597" y="1956923"/>
            <a:ext cx="2647959" cy="2646062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7"/>
          <p:cNvSpPr/>
          <p:nvPr/>
        </p:nvSpPr>
        <p:spPr>
          <a:xfrm>
            <a:off x="428597" y="1956923"/>
            <a:ext cx="2647959" cy="5715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8"/>
          <p:cNvSpPr/>
          <p:nvPr/>
        </p:nvSpPr>
        <p:spPr>
          <a:xfrm>
            <a:off x="571472" y="2042648"/>
            <a:ext cx="2362209" cy="3893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45" dirty="0">
                <a:solidFill>
                  <a:srgbClr val="FF4500"/>
                </a:solidFill>
              </a:rPr>
              <a:t>01</a:t>
            </a:r>
            <a:endParaRPr lang="en-US" sz="2145" dirty="0"/>
          </a:p>
        </p:txBody>
      </p:sp>
      <p:sp>
        <p:nvSpPr>
          <p:cNvPr id="12" name="Text 9"/>
          <p:cNvSpPr/>
          <p:nvPr/>
        </p:nvSpPr>
        <p:spPr>
          <a:xfrm>
            <a:off x="571472" y="2517708"/>
            <a:ext cx="2362209" cy="5625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FFFF"/>
                </a:solidFill>
              </a:rPr>
              <a:t>信任锚点
(Trust Anchor)</a:t>
            </a:r>
            <a:endParaRPr lang="en-US" sz="1397" dirty="0"/>
          </a:p>
        </p:txBody>
      </p:sp>
      <p:sp>
        <p:nvSpPr>
          <p:cNvPr id="13" name="Text 10"/>
          <p:cNvSpPr/>
          <p:nvPr/>
        </p:nvSpPr>
        <p:spPr>
          <a:xfrm>
            <a:off x="571472" y="3166003"/>
            <a:ext cx="2362209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CCCCCC"/>
                </a:solidFill>
              </a:rPr>
              <a:t>解决 "Who is this Agent?" 的核心问题，建立 Agent 身份认证与授权验证体系。</a:t>
            </a:r>
            <a:endParaRPr lang="en-US" sz="942" dirty="0"/>
          </a:p>
        </p:txBody>
      </p:sp>
      <p:sp>
        <p:nvSpPr>
          <p:cNvPr id="14" name="Text 11"/>
          <p:cNvSpPr/>
          <p:nvPr/>
        </p:nvSpPr>
        <p:spPr>
          <a:xfrm>
            <a:off x="571472" y="3720313"/>
            <a:ext cx="4297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FF4500"/>
                </a:solidFill>
              </a:rPr>
              <a:t>•</a:t>
            </a:r>
            <a:endParaRPr lang="en-US" sz="834" dirty="0"/>
          </a:p>
        </p:txBody>
      </p:sp>
      <p:sp>
        <p:nvSpPr>
          <p:cNvPr id="15" name="Text 12"/>
          <p:cNvSpPr/>
          <p:nvPr/>
        </p:nvSpPr>
        <p:spPr>
          <a:xfrm>
            <a:off x="678628" y="3729243"/>
            <a:ext cx="92743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999999"/>
                </a:solidFill>
              </a:rPr>
              <a:t>Agent 注册与 KYC</a:t>
            </a:r>
            <a:endParaRPr lang="en-US" sz="834" dirty="0"/>
          </a:p>
        </p:txBody>
      </p:sp>
      <p:sp>
        <p:nvSpPr>
          <p:cNvPr id="16" name="Text 13"/>
          <p:cNvSpPr/>
          <p:nvPr/>
        </p:nvSpPr>
        <p:spPr>
          <a:xfrm>
            <a:off x="571472" y="3941770"/>
            <a:ext cx="4297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FF4500"/>
                </a:solidFill>
              </a:rPr>
              <a:t>•</a:t>
            </a:r>
            <a:endParaRPr lang="en-US" sz="834" dirty="0"/>
          </a:p>
        </p:txBody>
      </p:sp>
      <p:sp>
        <p:nvSpPr>
          <p:cNvPr id="17" name="Text 14"/>
          <p:cNvSpPr/>
          <p:nvPr/>
        </p:nvSpPr>
        <p:spPr>
          <a:xfrm>
            <a:off x="678628" y="3950699"/>
            <a:ext cx="113465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999999"/>
                </a:solidFill>
              </a:rPr>
              <a:t>授权凭证 (Token) 管理</a:t>
            </a:r>
            <a:endParaRPr lang="en-US" sz="834" dirty="0"/>
          </a:p>
        </p:txBody>
      </p:sp>
      <p:sp>
        <p:nvSpPr>
          <p:cNvPr id="18" name="Shape 15"/>
          <p:cNvSpPr/>
          <p:nvPr/>
        </p:nvSpPr>
        <p:spPr>
          <a:xfrm>
            <a:off x="3248006" y="1871198"/>
            <a:ext cx="2647959" cy="2646062"/>
          </a:xfrm>
          <a:prstGeom prst="rect">
            <a:avLst/>
          </a:prstGeom>
          <a:solidFill>
            <a:srgbClr val="22222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6"/>
          <p:cNvSpPr/>
          <p:nvPr/>
        </p:nvSpPr>
        <p:spPr>
          <a:xfrm>
            <a:off x="3248006" y="1871198"/>
            <a:ext cx="2647959" cy="57150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7"/>
          <p:cNvSpPr/>
          <p:nvPr/>
        </p:nvSpPr>
        <p:spPr>
          <a:xfrm>
            <a:off x="3390881" y="1956923"/>
            <a:ext cx="2362209" cy="3893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45" dirty="0">
                <a:solidFill>
                  <a:srgbClr val="FF4500"/>
                </a:solidFill>
              </a:rPr>
              <a:t>02</a:t>
            </a:r>
            <a:endParaRPr lang="en-US" sz="2145" dirty="0"/>
          </a:p>
        </p:txBody>
      </p:sp>
      <p:sp>
        <p:nvSpPr>
          <p:cNvPr id="21" name="Text 18"/>
          <p:cNvSpPr/>
          <p:nvPr/>
        </p:nvSpPr>
        <p:spPr>
          <a:xfrm>
            <a:off x="3390881" y="2431983"/>
            <a:ext cx="2362209" cy="5625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FFFF"/>
                </a:solidFill>
              </a:rPr>
              <a:t>规则框架
(Governance)</a:t>
            </a:r>
            <a:endParaRPr lang="en-US" sz="1397" dirty="0"/>
          </a:p>
        </p:txBody>
      </p:sp>
      <p:sp>
        <p:nvSpPr>
          <p:cNvPr id="22" name="Text 19"/>
          <p:cNvSpPr/>
          <p:nvPr/>
        </p:nvSpPr>
        <p:spPr>
          <a:xfrm>
            <a:off x="3390881" y="3080278"/>
            <a:ext cx="2362209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CCCCCC"/>
                </a:solidFill>
              </a:rPr>
              <a:t>定义 "Is this safe?" 的边界，制定责任转移规则与争议处理机制。</a:t>
            </a:r>
            <a:endParaRPr lang="en-US" sz="942" dirty="0"/>
          </a:p>
        </p:txBody>
      </p:sp>
      <p:sp>
        <p:nvSpPr>
          <p:cNvPr id="23" name="Text 20"/>
          <p:cNvSpPr/>
          <p:nvPr/>
        </p:nvSpPr>
        <p:spPr>
          <a:xfrm>
            <a:off x="3390881" y="3634588"/>
            <a:ext cx="4297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FF4500"/>
                </a:solidFill>
              </a:rPr>
              <a:t>•</a:t>
            </a:r>
            <a:endParaRPr lang="en-US" sz="834" dirty="0"/>
          </a:p>
        </p:txBody>
      </p:sp>
      <p:sp>
        <p:nvSpPr>
          <p:cNvPr id="24" name="Text 21"/>
          <p:cNvSpPr/>
          <p:nvPr/>
        </p:nvSpPr>
        <p:spPr>
          <a:xfrm>
            <a:off x="3498038" y="3643518"/>
            <a:ext cx="8001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999999"/>
                </a:solidFill>
              </a:rPr>
              <a:t>场景化风控模型</a:t>
            </a:r>
            <a:endParaRPr lang="en-US" sz="834" dirty="0"/>
          </a:p>
        </p:txBody>
      </p:sp>
      <p:sp>
        <p:nvSpPr>
          <p:cNvPr id="25" name="Text 22"/>
          <p:cNvSpPr/>
          <p:nvPr/>
        </p:nvSpPr>
        <p:spPr>
          <a:xfrm>
            <a:off x="3390881" y="3856045"/>
            <a:ext cx="4297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FF4500"/>
                </a:solidFill>
              </a:rPr>
              <a:t>•</a:t>
            </a:r>
            <a:endParaRPr lang="en-US" sz="834" dirty="0"/>
          </a:p>
        </p:txBody>
      </p:sp>
      <p:sp>
        <p:nvSpPr>
          <p:cNvPr id="26" name="Text 23"/>
          <p:cNvSpPr/>
          <p:nvPr/>
        </p:nvSpPr>
        <p:spPr>
          <a:xfrm>
            <a:off x="3498038" y="3864974"/>
            <a:ext cx="8001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999999"/>
                </a:solidFill>
              </a:rPr>
              <a:t>误操作仲裁机制</a:t>
            </a:r>
            <a:endParaRPr lang="en-US" sz="834" dirty="0"/>
          </a:p>
        </p:txBody>
      </p:sp>
      <p:sp>
        <p:nvSpPr>
          <p:cNvPr id="27" name="Shape 24"/>
          <p:cNvSpPr/>
          <p:nvPr/>
        </p:nvSpPr>
        <p:spPr>
          <a:xfrm>
            <a:off x="6067416" y="1956923"/>
            <a:ext cx="2647959" cy="2646062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5"/>
          <p:cNvSpPr/>
          <p:nvPr/>
        </p:nvSpPr>
        <p:spPr>
          <a:xfrm>
            <a:off x="6067416" y="1956923"/>
            <a:ext cx="2647959" cy="5715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6"/>
          <p:cNvSpPr/>
          <p:nvPr/>
        </p:nvSpPr>
        <p:spPr>
          <a:xfrm>
            <a:off x="6210291" y="2042648"/>
            <a:ext cx="2362209" cy="3893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45" dirty="0">
                <a:solidFill>
                  <a:srgbClr val="FF4500"/>
                </a:solidFill>
              </a:rPr>
              <a:t>03</a:t>
            </a:r>
            <a:endParaRPr lang="en-US" sz="2145" dirty="0"/>
          </a:p>
        </p:txBody>
      </p:sp>
      <p:sp>
        <p:nvSpPr>
          <p:cNvPr id="30" name="Text 27"/>
          <p:cNvSpPr/>
          <p:nvPr/>
        </p:nvSpPr>
        <p:spPr>
          <a:xfrm>
            <a:off x="6210291" y="2517708"/>
            <a:ext cx="2362209" cy="5625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FFFF"/>
                </a:solidFill>
              </a:rPr>
              <a:t>标准制定
(Standard Setter)</a:t>
            </a:r>
            <a:endParaRPr lang="en-US" sz="1397" dirty="0"/>
          </a:p>
        </p:txBody>
      </p:sp>
      <p:sp>
        <p:nvSpPr>
          <p:cNvPr id="31" name="Text 28"/>
          <p:cNvSpPr/>
          <p:nvPr/>
        </p:nvSpPr>
        <p:spPr>
          <a:xfrm>
            <a:off x="6210291" y="3166003"/>
            <a:ext cx="2362209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CCCCCC"/>
                </a:solidFill>
              </a:rPr>
              <a:t>解决 "How to connect?" 的效率问题，推动 Agent-Friendly 的 API 标准化。</a:t>
            </a:r>
            <a:endParaRPr lang="en-US" sz="942" dirty="0"/>
          </a:p>
        </p:txBody>
      </p:sp>
      <p:sp>
        <p:nvSpPr>
          <p:cNvPr id="32" name="Text 29"/>
          <p:cNvSpPr/>
          <p:nvPr/>
        </p:nvSpPr>
        <p:spPr>
          <a:xfrm>
            <a:off x="6210291" y="3720313"/>
            <a:ext cx="4297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FF4500"/>
                </a:solidFill>
              </a:rPr>
              <a:t>•</a:t>
            </a:r>
            <a:endParaRPr lang="en-US" sz="834" dirty="0"/>
          </a:p>
        </p:txBody>
      </p:sp>
      <p:sp>
        <p:nvSpPr>
          <p:cNvPr id="33" name="Text 30"/>
          <p:cNvSpPr/>
          <p:nvPr/>
        </p:nvSpPr>
        <p:spPr>
          <a:xfrm>
            <a:off x="6317447" y="3729243"/>
            <a:ext cx="8001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999999"/>
                </a:solidFill>
              </a:rPr>
              <a:t>结构化订单协议</a:t>
            </a:r>
            <a:endParaRPr lang="en-US" sz="834" dirty="0"/>
          </a:p>
        </p:txBody>
      </p:sp>
      <p:sp>
        <p:nvSpPr>
          <p:cNvPr id="34" name="Text 31"/>
          <p:cNvSpPr/>
          <p:nvPr/>
        </p:nvSpPr>
        <p:spPr>
          <a:xfrm>
            <a:off x="6210291" y="3941770"/>
            <a:ext cx="4297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FF4500"/>
                </a:solidFill>
              </a:rPr>
              <a:t>•</a:t>
            </a:r>
            <a:endParaRPr lang="en-US" sz="834" dirty="0"/>
          </a:p>
        </p:txBody>
      </p:sp>
      <p:sp>
        <p:nvSpPr>
          <p:cNvPr id="35" name="Text 32"/>
          <p:cNvSpPr/>
          <p:nvPr/>
        </p:nvSpPr>
        <p:spPr>
          <a:xfrm>
            <a:off x="6317447" y="3950699"/>
            <a:ext cx="8001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999999"/>
                </a:solidFill>
              </a:rPr>
              <a:t>统一状态码定义</a:t>
            </a:r>
            <a:endParaRPr lang="en-US" sz="834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D00347-98C6-40E3-486F-40B56C734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7B82C896-B98D-5F13-3FBA-61AE3DA49F92}"/>
              </a:ext>
            </a:extLst>
          </p:cNvPr>
          <p:cNvSpPr/>
          <p:nvPr/>
        </p:nvSpPr>
        <p:spPr>
          <a:xfrm>
            <a:off x="714375" y="842963"/>
            <a:ext cx="1867050" cy="1467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800"/>
              </a:lnSpc>
              <a:buNone/>
            </a:pPr>
            <a:r>
              <a:rPr lang="en-US" sz="12436" b="1" kern="0" spc="-8" dirty="0"/>
              <a:t>05</a:t>
            </a:r>
            <a:endParaRPr lang="en-US" sz="12436" dirty="0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A64F533F-6E0B-CEC2-8965-00B35CB45A68}"/>
              </a:ext>
            </a:extLst>
          </p:cNvPr>
          <p:cNvSpPr/>
          <p:nvPr/>
        </p:nvSpPr>
        <p:spPr>
          <a:xfrm>
            <a:off x="714375" y="2500313"/>
            <a:ext cx="7715250" cy="180022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4748DFB7-DDA2-6389-690C-A38F4755E329}"/>
              </a:ext>
            </a:extLst>
          </p:cNvPr>
          <p:cNvSpPr/>
          <p:nvPr/>
        </p:nvSpPr>
        <p:spPr>
          <a:xfrm>
            <a:off x="714375" y="2500313"/>
            <a:ext cx="85725" cy="180022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2E137CF2-2FF0-0E8A-FFB2-135CC3AAA4E6}"/>
              </a:ext>
            </a:extLst>
          </p:cNvPr>
          <p:cNvSpPr/>
          <p:nvPr/>
        </p:nvSpPr>
        <p:spPr>
          <a:xfrm>
            <a:off x="1143000" y="2500313"/>
            <a:ext cx="7923179" cy="12651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145" b="1" kern="0" spc="-2" dirty="0">
                <a:solidFill>
                  <a:srgbClr val="FFFFFF"/>
                </a:solidFill>
              </a:rPr>
              <a:t>Business Opportunity for PSP &amp; Acquirer</a:t>
            </a: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E36CECC5-9DE5-7774-9A61-28C19D524190}"/>
              </a:ext>
            </a:extLst>
          </p:cNvPr>
          <p:cNvSpPr/>
          <p:nvPr/>
        </p:nvSpPr>
        <p:spPr>
          <a:xfrm>
            <a:off x="1143000" y="3900488"/>
            <a:ext cx="2481449" cy="3799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zh-CN" altLang="en-US" sz="2145" dirty="0">
                <a:solidFill>
                  <a:srgbClr val="CCCCCC"/>
                </a:solidFill>
              </a:rPr>
              <a:t>商业机会与价值定位</a:t>
            </a:r>
          </a:p>
        </p:txBody>
      </p:sp>
    </p:spTree>
    <p:extLst>
      <p:ext uri="{BB962C8B-B14F-4D97-AF65-F5344CB8AC3E}">
        <p14:creationId xmlns:p14="http://schemas.microsoft.com/office/powerpoint/2010/main" val="170940102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28625" y="428625"/>
            <a:ext cx="8286750" cy="4357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kern="0" spc="-1" dirty="0">
                <a:solidFill>
                  <a:srgbClr val="000000"/>
                </a:solidFill>
              </a:rPr>
              <a:t>新增交易量与新渠道</a:t>
            </a:r>
            <a:endParaRPr lang="en-US" sz="2121" dirty="0"/>
          </a:p>
        </p:txBody>
      </p:sp>
      <p:sp>
        <p:nvSpPr>
          <p:cNvPr id="4" name="Text 1"/>
          <p:cNvSpPr/>
          <p:nvPr/>
        </p:nvSpPr>
        <p:spPr>
          <a:xfrm>
            <a:off x="428625" y="935831"/>
            <a:ext cx="8286750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666666"/>
                </a:solidFill>
              </a:rPr>
              <a:t>AI Agent 正在成为新的电商入口</a:t>
            </a:r>
            <a:endParaRPr lang="en-US" sz="1269" dirty="0"/>
          </a:p>
        </p:txBody>
      </p:sp>
      <p:sp>
        <p:nvSpPr>
          <p:cNvPr id="5" name="Shape 2"/>
          <p:cNvSpPr/>
          <p:nvPr/>
        </p:nvSpPr>
        <p:spPr>
          <a:xfrm>
            <a:off x="285750" y="1671638"/>
            <a:ext cx="3568638" cy="355402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zh-CN" alt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285750" y="1785938"/>
            <a:ext cx="3568638" cy="277897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2000" b="1" kern="0" spc="1" dirty="0">
                <a:solidFill>
                  <a:srgbClr val="999999"/>
                </a:solidFill>
              </a:rPr>
              <a:t>Traditional Entrances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285750" y="2626570"/>
            <a:ext cx="3568638" cy="439287"/>
          </a:xfrm>
          <a:prstGeom prst="rect">
            <a:avLst/>
          </a:prstGeom>
          <a:noFill/>
          <a:ln/>
        </p:spPr>
        <p:txBody>
          <a:bodyPr wrap="square" lIns="0" tIns="127508" rIns="0" bIns="127508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平台内搜索与推荐 (Marketplace)</a:t>
            </a:r>
          </a:p>
        </p:txBody>
      </p:sp>
      <p:sp>
        <p:nvSpPr>
          <p:cNvPr id="8" name="Text 5"/>
          <p:cNvSpPr/>
          <p:nvPr/>
        </p:nvSpPr>
        <p:spPr>
          <a:xfrm>
            <a:off x="285750" y="3113250"/>
            <a:ext cx="3568638" cy="439287"/>
          </a:xfrm>
          <a:prstGeom prst="rect">
            <a:avLst/>
          </a:prstGeom>
          <a:noFill/>
          <a:ln/>
        </p:spPr>
        <p:txBody>
          <a:bodyPr wrap="square" lIns="0" tIns="127508" rIns="0" bIns="127508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站外流量投放 (Ads / Social)</a:t>
            </a:r>
          </a:p>
        </p:txBody>
      </p:sp>
      <p:sp>
        <p:nvSpPr>
          <p:cNvPr id="9" name="Text 6"/>
          <p:cNvSpPr/>
          <p:nvPr/>
        </p:nvSpPr>
        <p:spPr>
          <a:xfrm>
            <a:off x="285750" y="3662866"/>
            <a:ext cx="3568638" cy="439287"/>
          </a:xfrm>
          <a:prstGeom prst="rect">
            <a:avLst/>
          </a:prstGeom>
          <a:noFill/>
          <a:ln/>
        </p:spPr>
        <p:txBody>
          <a:bodyPr wrap="square" lIns="0" tIns="127508" rIns="0" bIns="127508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商户自有渠道 (Brand App / Web)</a:t>
            </a:r>
          </a:p>
        </p:txBody>
      </p:sp>
      <p:sp>
        <p:nvSpPr>
          <p:cNvPr id="10" name="Text 7"/>
          <p:cNvSpPr/>
          <p:nvPr/>
        </p:nvSpPr>
        <p:spPr>
          <a:xfrm>
            <a:off x="285750" y="4369189"/>
            <a:ext cx="2308324" cy="1461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200" b="1" dirty="0">
                <a:solidFill>
                  <a:srgbClr val="999999"/>
                </a:solidFill>
              </a:rPr>
              <a:t>特征：泛浏览需求，依赖页面交互</a:t>
            </a:r>
            <a:endParaRPr lang="en-US" sz="1200" b="1" dirty="0"/>
          </a:p>
        </p:txBody>
      </p:sp>
      <p:sp>
        <p:nvSpPr>
          <p:cNvPr id="11" name="Shape 8"/>
          <p:cNvSpPr/>
          <p:nvPr/>
        </p:nvSpPr>
        <p:spPr>
          <a:xfrm>
            <a:off x="4575907" y="1671638"/>
            <a:ext cx="4282343" cy="355402"/>
          </a:xfrm>
          <a:prstGeom prst="rect">
            <a:avLst/>
          </a:prstGeom>
          <a:solidFill>
            <a:srgbClr val="FFF0E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9"/>
          <p:cNvSpPr/>
          <p:nvPr/>
        </p:nvSpPr>
        <p:spPr>
          <a:xfrm>
            <a:off x="4575907" y="1785938"/>
            <a:ext cx="4282343" cy="277897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2000" b="1" kern="0" spc="1" dirty="0">
                <a:solidFill>
                  <a:srgbClr val="FF4500"/>
                </a:solidFill>
              </a:rPr>
              <a:t>New Entrance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4575907" y="2169914"/>
            <a:ext cx="4282343" cy="496867"/>
          </a:xfrm>
          <a:prstGeom prst="rect">
            <a:avLst/>
          </a:prstGeom>
          <a:noFill/>
          <a:ln/>
        </p:spPr>
        <p:txBody>
          <a:bodyPr wrap="square" lIns="0" tIns="127508" rIns="0" bIns="127508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97" b="1" dirty="0">
                <a:solidFill>
                  <a:srgbClr val="000000"/>
                </a:solidFill>
              </a:rPr>
              <a:t>AI Agent </a:t>
            </a:r>
            <a:r>
              <a:rPr lang="en-US" sz="1397" b="1" dirty="0" err="1">
                <a:solidFill>
                  <a:srgbClr val="000000"/>
                </a:solidFill>
              </a:rPr>
              <a:t>平台作为</a:t>
            </a:r>
            <a:r>
              <a:rPr lang="en-US" sz="1397" b="1" dirty="0">
                <a:solidFill>
                  <a:srgbClr val="000000"/>
                </a:solidFill>
              </a:rPr>
              <a:t> "交易发起入口"</a:t>
            </a:r>
            <a:endParaRPr lang="en-US" sz="1397" dirty="0"/>
          </a:p>
        </p:txBody>
      </p:sp>
      <p:sp>
        <p:nvSpPr>
          <p:cNvPr id="14" name="Shape 11"/>
          <p:cNvSpPr/>
          <p:nvPr/>
        </p:nvSpPr>
        <p:spPr>
          <a:xfrm>
            <a:off x="4575907" y="3118582"/>
            <a:ext cx="4568093" cy="1650206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2"/>
          <p:cNvSpPr/>
          <p:nvPr/>
        </p:nvSpPr>
        <p:spPr>
          <a:xfrm>
            <a:off x="4575907" y="3118582"/>
            <a:ext cx="42863" cy="1650206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3"/>
          <p:cNvSpPr/>
          <p:nvPr/>
        </p:nvSpPr>
        <p:spPr>
          <a:xfrm>
            <a:off x="4790219" y="3332894"/>
            <a:ext cx="820738" cy="188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600" b="1" dirty="0">
                <a:solidFill>
                  <a:srgbClr val="FF4500"/>
                </a:solidFill>
              </a:rPr>
              <a:t>商业价值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790219" y="3742285"/>
            <a:ext cx="4353781" cy="465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9" dirty="0">
                <a:solidFill>
                  <a:srgbClr val="333333"/>
                </a:solidFill>
              </a:rPr>
              <a:t>用户不再泛浏览，而是提出</a:t>
            </a:r>
            <a:r>
              <a:rPr lang="en-US" sz="1090" b="1" dirty="0">
                <a:solidFill>
                  <a:srgbClr val="333333"/>
                </a:solidFill>
              </a:rPr>
              <a:t>“</a:t>
            </a:r>
            <a:r>
              <a:rPr lang="en-US" sz="1090" b="1" dirty="0" err="1">
                <a:solidFill>
                  <a:srgbClr val="333333"/>
                </a:solidFill>
              </a:rPr>
              <a:t>目标型任务</a:t>
            </a:r>
            <a:r>
              <a:rPr lang="en-US" sz="1090" b="1" dirty="0">
                <a:solidFill>
                  <a:srgbClr val="333333"/>
                </a:solidFill>
              </a:rPr>
              <a:t>”</a:t>
            </a:r>
            <a:r>
              <a:rPr lang="en-US" sz="1159" dirty="0">
                <a:solidFill>
                  <a:srgbClr val="333333"/>
                </a:solidFill>
              </a:rPr>
              <a:t>（</a:t>
            </a:r>
            <a:r>
              <a:rPr lang="en-US" sz="1159" dirty="0" err="1">
                <a:solidFill>
                  <a:srgbClr val="333333"/>
                </a:solidFill>
              </a:rPr>
              <a:t>如“买最便宜的同款</a:t>
            </a:r>
            <a:r>
              <a:rPr lang="en-US" sz="1159" dirty="0">
                <a:solidFill>
                  <a:srgbClr val="333333"/>
                </a:solidFill>
              </a:rPr>
              <a:t>”）。
 这为 PSP </a:t>
            </a:r>
            <a:r>
              <a:rPr lang="en-US" sz="1159" dirty="0" err="1">
                <a:solidFill>
                  <a:srgbClr val="333333"/>
                </a:solidFill>
              </a:rPr>
              <a:t>创造了</a:t>
            </a:r>
            <a:r>
              <a:rPr lang="en-US" sz="1090" b="1" dirty="0" err="1">
                <a:solidFill>
                  <a:srgbClr val="333333"/>
                </a:solidFill>
              </a:rPr>
              <a:t>纯增量交易来源</a:t>
            </a:r>
            <a:r>
              <a:rPr lang="en-US" sz="1159" dirty="0" err="1">
                <a:solidFill>
                  <a:srgbClr val="333333"/>
                </a:solidFill>
              </a:rPr>
              <a:t>，并降低了商户的获客</a:t>
            </a:r>
            <a:r>
              <a:rPr lang="zh-CN" altLang="en-US" sz="1159" dirty="0">
                <a:solidFill>
                  <a:srgbClr val="333333"/>
                </a:solidFill>
              </a:rPr>
              <a:t>成本</a:t>
            </a:r>
            <a:r>
              <a:rPr lang="en-US" sz="1159" dirty="0">
                <a:solidFill>
                  <a:srgbClr val="333333"/>
                </a:solidFill>
              </a:rPr>
              <a:t>。</a:t>
            </a:r>
            <a:endParaRPr lang="en-US" sz="1159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28625" y="428625"/>
            <a:ext cx="8286750" cy="4357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kern="0" spc="-1" dirty="0">
                <a:solidFill>
                  <a:srgbClr val="000000"/>
                </a:solidFill>
              </a:rPr>
              <a:t>合作与落地机会（1/2）</a:t>
            </a:r>
            <a:endParaRPr lang="en-US" sz="2121" dirty="0"/>
          </a:p>
        </p:txBody>
      </p:sp>
      <p:sp>
        <p:nvSpPr>
          <p:cNvPr id="4" name="Text 1"/>
          <p:cNvSpPr/>
          <p:nvPr/>
        </p:nvSpPr>
        <p:spPr>
          <a:xfrm>
            <a:off x="428625" y="935831"/>
            <a:ext cx="8286750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666666"/>
                </a:solidFill>
              </a:rPr>
              <a:t>推动 Agentic 支付从试点走向规模化</a:t>
            </a:r>
            <a:endParaRPr lang="en-US" sz="1269" dirty="0"/>
          </a:p>
        </p:txBody>
      </p:sp>
      <p:sp>
        <p:nvSpPr>
          <p:cNvPr id="5" name="Shape 2"/>
          <p:cNvSpPr/>
          <p:nvPr/>
        </p:nvSpPr>
        <p:spPr>
          <a:xfrm>
            <a:off x="428625" y="1714500"/>
            <a:ext cx="4000500" cy="2656462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3"/>
          <p:cNvSpPr/>
          <p:nvPr/>
        </p:nvSpPr>
        <p:spPr>
          <a:xfrm>
            <a:off x="428625" y="1714500"/>
            <a:ext cx="45719" cy="2656462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4"/>
          <p:cNvSpPr/>
          <p:nvPr/>
        </p:nvSpPr>
        <p:spPr>
          <a:xfrm>
            <a:off x="628650" y="1914525"/>
            <a:ext cx="541815" cy="38395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3600" b="1" dirty="0">
                <a:solidFill>
                  <a:srgbClr val="E0E0E0"/>
                </a:solidFill>
              </a:rPr>
              <a:t>01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628649" y="2834166"/>
            <a:ext cx="1685925" cy="487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b="1" dirty="0">
                <a:solidFill>
                  <a:srgbClr val="000000"/>
                </a:solidFill>
              </a:rPr>
              <a:t>为商户提供
"统一接入方式"</a:t>
            </a: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2342039" y="2669065"/>
            <a:ext cx="2087085" cy="6348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使商户通过一次集成即可逐步覆盖更多代理渠道，无需针对每个 Agent 平台重复改造。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14361" y="4099106"/>
            <a:ext cx="3814764" cy="15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400" b="1" kern="0" spc="1" dirty="0">
                <a:solidFill>
                  <a:srgbClr val="666666"/>
                </a:solidFill>
              </a:rPr>
              <a:t>VALUE: 降低工程投入与运营复杂度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714875" y="1714500"/>
            <a:ext cx="4000500" cy="2656462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9"/>
          <p:cNvSpPr/>
          <p:nvPr/>
        </p:nvSpPr>
        <p:spPr>
          <a:xfrm>
            <a:off x="4714875" y="1714500"/>
            <a:ext cx="57150" cy="2656462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0"/>
          <p:cNvSpPr/>
          <p:nvPr/>
        </p:nvSpPr>
        <p:spPr>
          <a:xfrm>
            <a:off x="4914900" y="1914525"/>
            <a:ext cx="541815" cy="38395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3600" b="1" dirty="0">
                <a:solidFill>
                  <a:srgbClr val="FFD1B3"/>
                </a:solidFill>
              </a:rPr>
              <a:t>02</a:t>
            </a:r>
            <a:endParaRPr lang="en-US" sz="3600" dirty="0"/>
          </a:p>
        </p:txBody>
      </p:sp>
      <p:sp>
        <p:nvSpPr>
          <p:cNvPr id="14" name="Text 11"/>
          <p:cNvSpPr/>
          <p:nvPr/>
        </p:nvSpPr>
        <p:spPr>
          <a:xfrm>
            <a:off x="4922043" y="2723666"/>
            <a:ext cx="1535906" cy="487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b="1" dirty="0">
                <a:solidFill>
                  <a:srgbClr val="000000"/>
                </a:solidFill>
              </a:rPr>
              <a:t>建立可运营的
治理框架</a:t>
            </a: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6743699" y="2669065"/>
            <a:ext cx="185555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提供标准化能力包：授权校验逻辑、受限支付凭证机制、代理交易风控策略、争议证据字段。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832745" y="4133841"/>
            <a:ext cx="4000499" cy="15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400" b="1" kern="0" spc="1" dirty="0">
                <a:solidFill>
                  <a:srgbClr val="666666"/>
                </a:solidFill>
              </a:rPr>
              <a:t>VALUE: 解决"可控"问题，让代理支付"能长期跑"</a:t>
            </a:r>
            <a:endParaRPr lang="en-US" sz="1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28625" y="428625"/>
            <a:ext cx="8286750" cy="4357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kern="0" spc="-1" dirty="0">
                <a:solidFill>
                  <a:srgbClr val="000000"/>
                </a:solidFill>
              </a:rPr>
              <a:t>合作与落地机会（2/2）</a:t>
            </a:r>
            <a:endParaRPr lang="en-US" sz="2121" dirty="0"/>
          </a:p>
        </p:txBody>
      </p:sp>
      <p:sp>
        <p:nvSpPr>
          <p:cNvPr id="4" name="Text 1"/>
          <p:cNvSpPr/>
          <p:nvPr/>
        </p:nvSpPr>
        <p:spPr>
          <a:xfrm>
            <a:off x="428625" y="935831"/>
            <a:ext cx="8286750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666666"/>
                </a:solidFill>
              </a:rPr>
              <a:t>协同机制与持续演进</a:t>
            </a:r>
            <a:endParaRPr lang="en-US" sz="1269" dirty="0"/>
          </a:p>
        </p:txBody>
      </p:sp>
      <p:sp>
        <p:nvSpPr>
          <p:cNvPr id="5" name="Shape 2"/>
          <p:cNvSpPr/>
          <p:nvPr/>
        </p:nvSpPr>
        <p:spPr>
          <a:xfrm>
            <a:off x="485775" y="1714500"/>
            <a:ext cx="4000500" cy="2863985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3"/>
          <p:cNvSpPr/>
          <p:nvPr/>
        </p:nvSpPr>
        <p:spPr>
          <a:xfrm>
            <a:off x="428625" y="1714499"/>
            <a:ext cx="57150" cy="2863985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4"/>
          <p:cNvSpPr/>
          <p:nvPr/>
        </p:nvSpPr>
        <p:spPr>
          <a:xfrm>
            <a:off x="628650" y="1914525"/>
            <a:ext cx="541815" cy="38395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3600" b="1" dirty="0">
                <a:solidFill>
                  <a:srgbClr val="E0E0E0"/>
                </a:solidFill>
              </a:rPr>
              <a:t>03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596503" y="2758113"/>
            <a:ext cx="1743075" cy="487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b="1" dirty="0">
                <a:solidFill>
                  <a:srgbClr val="000000"/>
                </a:solidFill>
              </a:rPr>
              <a:t>与卡组织/发卡行
形成协同机制</a:t>
            </a: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2625328" y="2576796"/>
            <a:ext cx="1714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识别误拒原因，优化策略，提升授权成功率。只有成功率达标，代理支付才具备规模化基础。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25078" y="4126990"/>
            <a:ext cx="2464393" cy="1529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400" b="1" kern="0" spc="1" dirty="0">
                <a:solidFill>
                  <a:srgbClr val="666666"/>
                </a:solidFill>
              </a:rPr>
              <a:t>VALUE: 保障成功率与用户体验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714875" y="1714500"/>
            <a:ext cx="4000500" cy="2863985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9"/>
          <p:cNvSpPr/>
          <p:nvPr/>
        </p:nvSpPr>
        <p:spPr>
          <a:xfrm flipH="1">
            <a:off x="4669156" y="1714500"/>
            <a:ext cx="45719" cy="2863984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0"/>
          <p:cNvSpPr/>
          <p:nvPr/>
        </p:nvSpPr>
        <p:spPr>
          <a:xfrm>
            <a:off x="4914900" y="1914525"/>
            <a:ext cx="541815" cy="38395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3600" b="1" dirty="0">
                <a:solidFill>
                  <a:srgbClr val="FFD1B3"/>
                </a:solidFill>
              </a:rPr>
              <a:t>04</a:t>
            </a:r>
            <a:endParaRPr lang="en-US" sz="3600" dirty="0"/>
          </a:p>
        </p:txBody>
      </p:sp>
      <p:sp>
        <p:nvSpPr>
          <p:cNvPr id="14" name="Text 11"/>
          <p:cNvSpPr/>
          <p:nvPr/>
        </p:nvSpPr>
        <p:spPr>
          <a:xfrm>
            <a:off x="4886325" y="2565975"/>
            <a:ext cx="1685925" cy="9746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b="1" dirty="0">
                <a:solidFill>
                  <a:srgbClr val="000000"/>
                </a:solidFill>
              </a:rPr>
              <a:t>将 Agentic Payment
作为持续演进能力</a:t>
            </a: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6743700" y="2577837"/>
            <a:ext cx="1857375" cy="6348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 err="1">
                <a:solidFill>
                  <a:srgbClr val="333333"/>
                </a:solidFill>
              </a:rPr>
              <a:t>先从低风险、高频场景切入（如电商</a:t>
            </a:r>
            <a:r>
              <a:rPr lang="en-US" sz="1050" dirty="0">
                <a:solidFill>
                  <a:srgbClr val="333333"/>
                </a:solidFill>
              </a:rPr>
              <a:t>），再逐步扩展到复杂场景。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897756" y="4114777"/>
            <a:ext cx="2464393" cy="1529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400" b="1" kern="0" spc="1" dirty="0">
                <a:solidFill>
                  <a:srgbClr val="666666"/>
                </a:solidFill>
              </a:rPr>
              <a:t>VALUE: 风险可控下的持续增长</a:t>
            </a:r>
            <a:endParaRPr lang="en-US" sz="1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A36FE8-3723-6666-BB12-81655CA52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3D3D3FCB-CCEC-BF30-404A-EA9A28623E77}"/>
              </a:ext>
            </a:extLst>
          </p:cNvPr>
          <p:cNvSpPr/>
          <p:nvPr/>
        </p:nvSpPr>
        <p:spPr>
          <a:xfrm>
            <a:off x="714375" y="842963"/>
            <a:ext cx="1867050" cy="1467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800"/>
              </a:lnSpc>
              <a:buNone/>
            </a:pPr>
            <a:r>
              <a:rPr lang="en-US" sz="12436" b="1" kern="0" spc="-8" dirty="0"/>
              <a:t>06</a:t>
            </a:r>
            <a:endParaRPr lang="en-US" sz="12436" dirty="0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8B7879CB-C3FD-23E6-403C-1ADD141EC688}"/>
              </a:ext>
            </a:extLst>
          </p:cNvPr>
          <p:cNvSpPr/>
          <p:nvPr/>
        </p:nvSpPr>
        <p:spPr>
          <a:xfrm>
            <a:off x="714375" y="2500313"/>
            <a:ext cx="7715250" cy="180022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66B38925-4959-27E7-5667-41EA474A21F4}"/>
              </a:ext>
            </a:extLst>
          </p:cNvPr>
          <p:cNvSpPr/>
          <p:nvPr/>
        </p:nvSpPr>
        <p:spPr>
          <a:xfrm>
            <a:off x="714375" y="2500313"/>
            <a:ext cx="85725" cy="180022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178780A4-E357-8F1A-8837-0D45B9652457}"/>
              </a:ext>
            </a:extLst>
          </p:cNvPr>
          <p:cNvSpPr/>
          <p:nvPr/>
        </p:nvSpPr>
        <p:spPr>
          <a:xfrm>
            <a:off x="1143000" y="2500313"/>
            <a:ext cx="7923179" cy="6239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145" b="1" kern="0" spc="-2" dirty="0">
                <a:solidFill>
                  <a:srgbClr val="FFFFFF"/>
                </a:solidFill>
              </a:rPr>
              <a:t>Risk Landscape</a:t>
            </a: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8F87A335-1F3C-CEBE-FA1F-9EEB280627B3}"/>
              </a:ext>
            </a:extLst>
          </p:cNvPr>
          <p:cNvSpPr/>
          <p:nvPr/>
        </p:nvSpPr>
        <p:spPr>
          <a:xfrm>
            <a:off x="1143000" y="3900488"/>
            <a:ext cx="1930016" cy="3799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zh-CN" altLang="en-US" sz="2145" dirty="0">
                <a:solidFill>
                  <a:srgbClr val="CCCCCC"/>
                </a:solidFill>
              </a:rPr>
              <a:t>风险与责任模型</a:t>
            </a:r>
          </a:p>
        </p:txBody>
      </p:sp>
    </p:spTree>
    <p:extLst>
      <p:ext uri="{BB962C8B-B14F-4D97-AF65-F5344CB8AC3E}">
        <p14:creationId xmlns:p14="http://schemas.microsoft.com/office/powerpoint/2010/main" val="305419406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28625" y="428625"/>
            <a:ext cx="8286750" cy="4357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kern="0" spc="-1" dirty="0">
                <a:solidFill>
                  <a:srgbClr val="000000"/>
                </a:solidFill>
              </a:rPr>
              <a:t>风险特征转变</a:t>
            </a:r>
            <a:endParaRPr lang="en-US" sz="2121" dirty="0"/>
          </a:p>
        </p:txBody>
      </p:sp>
      <p:sp>
        <p:nvSpPr>
          <p:cNvPr id="4" name="Text 1"/>
          <p:cNvSpPr/>
          <p:nvPr/>
        </p:nvSpPr>
        <p:spPr>
          <a:xfrm>
            <a:off x="428625" y="935831"/>
            <a:ext cx="8286750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666666"/>
                </a:solidFill>
              </a:rPr>
              <a:t>从 "交易欺诈" 转向 "授权与责任边界"</a:t>
            </a:r>
            <a:endParaRPr lang="en-US" sz="1269" dirty="0"/>
          </a:p>
        </p:txBody>
      </p:sp>
      <p:sp>
        <p:nvSpPr>
          <p:cNvPr id="5" name="Text 2"/>
          <p:cNvSpPr/>
          <p:nvPr/>
        </p:nvSpPr>
        <p:spPr>
          <a:xfrm>
            <a:off x="428625" y="1928813"/>
            <a:ext cx="3929063" cy="433983"/>
          </a:xfrm>
          <a:prstGeom prst="rect">
            <a:avLst/>
          </a:prstGeom>
          <a:noFill/>
          <a:ln/>
        </p:spPr>
        <p:txBody>
          <a:bodyPr wrap="square" lIns="0" tIns="0" rIns="0" bIns="127508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999999"/>
                </a:solidFill>
              </a:rPr>
              <a:t>Traditional Risk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428625" y="2577108"/>
            <a:ext cx="3929063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999999"/>
                </a:solidFill>
              </a:rPr>
              <a:t>依赖页面交互信号</a:t>
            </a:r>
            <a:endParaRPr lang="en-US" sz="1269" dirty="0"/>
          </a:p>
        </p:txBody>
      </p:sp>
      <p:sp>
        <p:nvSpPr>
          <p:cNvPr id="7" name="Text 4"/>
          <p:cNvSpPr/>
          <p:nvPr/>
        </p:nvSpPr>
        <p:spPr>
          <a:xfrm>
            <a:off x="428625" y="2959996"/>
            <a:ext cx="3929063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999999"/>
                </a:solidFill>
              </a:rPr>
              <a:t>关注盗刷与账户接管</a:t>
            </a:r>
            <a:endParaRPr lang="en-US" sz="1269" dirty="0"/>
          </a:p>
        </p:txBody>
      </p:sp>
      <p:sp>
        <p:nvSpPr>
          <p:cNvPr id="8" name="Text 5"/>
          <p:cNvSpPr/>
          <p:nvPr/>
        </p:nvSpPr>
        <p:spPr>
          <a:xfrm>
            <a:off x="428625" y="3342884"/>
            <a:ext cx="3929063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999999"/>
                </a:solidFill>
              </a:rPr>
              <a:t>人工确认作为信任基础</a:t>
            </a:r>
            <a:endParaRPr lang="en-US" sz="1269" dirty="0"/>
          </a:p>
        </p:txBody>
      </p:sp>
      <p:sp>
        <p:nvSpPr>
          <p:cNvPr id="9" name="Text 6"/>
          <p:cNvSpPr/>
          <p:nvPr/>
        </p:nvSpPr>
        <p:spPr>
          <a:xfrm>
            <a:off x="3618372" y="2721378"/>
            <a:ext cx="428653" cy="6215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274" dirty="0">
                <a:solidFill>
                  <a:srgbClr val="E0E0E0"/>
                </a:solidFill>
              </a:rPr>
              <a:t>→</a:t>
            </a:r>
            <a:endParaRPr lang="en-US" sz="3274" dirty="0"/>
          </a:p>
        </p:txBody>
      </p:sp>
      <p:sp>
        <p:nvSpPr>
          <p:cNvPr id="10" name="Text 7"/>
          <p:cNvSpPr/>
          <p:nvPr/>
        </p:nvSpPr>
        <p:spPr>
          <a:xfrm>
            <a:off x="4786313" y="1928813"/>
            <a:ext cx="3929063" cy="433983"/>
          </a:xfrm>
          <a:prstGeom prst="rect">
            <a:avLst/>
          </a:prstGeom>
          <a:noFill/>
          <a:ln/>
        </p:spPr>
        <p:txBody>
          <a:bodyPr wrap="square" lIns="0" tIns="0" rIns="0" bIns="127508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4500"/>
                </a:solidFill>
              </a:rPr>
              <a:t>Agentic Risk</a:t>
            </a:r>
            <a:endParaRPr lang="en-US" sz="1602" dirty="0"/>
          </a:p>
        </p:txBody>
      </p:sp>
      <p:sp>
        <p:nvSpPr>
          <p:cNvPr id="11" name="Text 8"/>
          <p:cNvSpPr/>
          <p:nvPr/>
        </p:nvSpPr>
        <p:spPr>
          <a:xfrm>
            <a:off x="4786313" y="2577108"/>
            <a:ext cx="3929063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93" b="1" dirty="0">
                <a:solidFill>
                  <a:srgbClr val="000000"/>
                </a:solidFill>
              </a:rPr>
              <a:t>授权是否清晰？</a:t>
            </a:r>
            <a:endParaRPr lang="en-US" sz="1193" dirty="0"/>
          </a:p>
        </p:txBody>
      </p:sp>
      <p:sp>
        <p:nvSpPr>
          <p:cNvPr id="12" name="Text 9"/>
          <p:cNvSpPr/>
          <p:nvPr/>
        </p:nvSpPr>
        <p:spPr>
          <a:xfrm>
            <a:off x="4786313" y="2959996"/>
            <a:ext cx="3929063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93" b="1" dirty="0">
                <a:solidFill>
                  <a:srgbClr val="000000"/>
                </a:solidFill>
              </a:rPr>
              <a:t>执行是否符合授权？</a:t>
            </a:r>
            <a:endParaRPr lang="en-US" sz="1193" dirty="0"/>
          </a:p>
        </p:txBody>
      </p:sp>
      <p:sp>
        <p:nvSpPr>
          <p:cNvPr id="13" name="Text 10"/>
          <p:cNvSpPr/>
          <p:nvPr/>
        </p:nvSpPr>
        <p:spPr>
          <a:xfrm>
            <a:off x="4786313" y="3342884"/>
            <a:ext cx="3929063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93" b="1" dirty="0">
                <a:solidFill>
                  <a:srgbClr val="000000"/>
                </a:solidFill>
              </a:rPr>
              <a:t>争议如何判责？</a:t>
            </a:r>
            <a:endParaRPr lang="en-US" sz="1193" dirty="0"/>
          </a:p>
        </p:txBody>
      </p:sp>
      <p:sp>
        <p:nvSpPr>
          <p:cNvPr id="14" name="Shape 11"/>
          <p:cNvSpPr/>
          <p:nvPr/>
        </p:nvSpPr>
        <p:spPr>
          <a:xfrm>
            <a:off x="0" y="3767721"/>
            <a:ext cx="9144000" cy="678656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2"/>
          <p:cNvSpPr/>
          <p:nvPr/>
        </p:nvSpPr>
        <p:spPr>
          <a:xfrm>
            <a:off x="-97276" y="3786188"/>
            <a:ext cx="9144000" cy="678656"/>
          </a:xfrm>
          <a:prstGeom prst="rect">
            <a:avLst/>
          </a:prstGeom>
          <a:noFill/>
          <a:ln/>
        </p:spPr>
        <p:txBody>
          <a:bodyPr wrap="square" lIns="510286" tIns="255143" rIns="510286" bIns="255143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风险治理属性 &gt; </a:t>
            </a:r>
            <a:r>
              <a:rPr lang="en-US" sz="1193" b="1" dirty="0">
                <a:solidFill>
                  <a:srgbClr val="FF4500"/>
                </a:solidFill>
              </a:rPr>
              <a:t>反欺诈问题</a:t>
            </a:r>
            <a:endParaRPr lang="en-US" sz="1193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28625" y="428625"/>
            <a:ext cx="8286750" cy="4357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kern="0" spc="-1" dirty="0">
                <a:solidFill>
                  <a:srgbClr val="000000"/>
                </a:solidFill>
              </a:rPr>
              <a:t>四类主要风险</a:t>
            </a:r>
            <a:endParaRPr lang="en-US" sz="2121" dirty="0"/>
          </a:p>
        </p:txBody>
      </p:sp>
      <p:sp>
        <p:nvSpPr>
          <p:cNvPr id="4" name="Text 1"/>
          <p:cNvSpPr/>
          <p:nvPr/>
        </p:nvSpPr>
        <p:spPr>
          <a:xfrm>
            <a:off x="428625" y="935831"/>
            <a:ext cx="8286750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666666"/>
                </a:solidFill>
              </a:rPr>
              <a:t>决定能否规模化落地的关键挑战</a:t>
            </a:r>
            <a:endParaRPr lang="en-US" sz="1269" dirty="0"/>
          </a:p>
        </p:txBody>
      </p:sp>
      <p:sp>
        <p:nvSpPr>
          <p:cNvPr id="5" name="Shape 2"/>
          <p:cNvSpPr/>
          <p:nvPr/>
        </p:nvSpPr>
        <p:spPr>
          <a:xfrm>
            <a:off x="428625" y="1643064"/>
            <a:ext cx="1943100" cy="2721414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zh-CN" altLang="en-US" sz="2400"/>
          </a:p>
        </p:txBody>
      </p:sp>
      <p:sp>
        <p:nvSpPr>
          <p:cNvPr id="6" name="Shape 3"/>
          <p:cNvSpPr/>
          <p:nvPr/>
        </p:nvSpPr>
        <p:spPr>
          <a:xfrm>
            <a:off x="428625" y="1643063"/>
            <a:ext cx="1943100" cy="42863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zh-CN" altLang="en-US" sz="2400"/>
          </a:p>
        </p:txBody>
      </p:sp>
      <p:sp>
        <p:nvSpPr>
          <p:cNvPr id="7" name="Text 4"/>
          <p:cNvSpPr/>
          <p:nvPr/>
        </p:nvSpPr>
        <p:spPr>
          <a:xfrm>
            <a:off x="642938" y="1857375"/>
            <a:ext cx="211596" cy="205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CCCCCC"/>
                </a:solidFill>
              </a:rPr>
              <a:t>01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2938" y="2162770"/>
            <a:ext cx="1514475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000000"/>
                </a:solidFill>
              </a:rPr>
              <a:t>授权表达不清晰
或用户认知不一致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2938" y="2659931"/>
            <a:ext cx="1514475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666666"/>
                </a:solidFill>
              </a:rPr>
              <a:t>用户认为只是"看看"，实际产生了购买；或授权边界模糊导致事后争议。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543175" y="1643063"/>
            <a:ext cx="1943100" cy="2721415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zh-CN" altLang="en-US" sz="2400"/>
          </a:p>
        </p:txBody>
      </p:sp>
      <p:sp>
        <p:nvSpPr>
          <p:cNvPr id="11" name="Shape 8"/>
          <p:cNvSpPr/>
          <p:nvPr/>
        </p:nvSpPr>
        <p:spPr>
          <a:xfrm>
            <a:off x="2543175" y="1643063"/>
            <a:ext cx="1943100" cy="42863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zh-CN" altLang="en-US" sz="2400"/>
          </a:p>
        </p:txBody>
      </p:sp>
      <p:sp>
        <p:nvSpPr>
          <p:cNvPr id="12" name="Text 9"/>
          <p:cNvSpPr/>
          <p:nvPr/>
        </p:nvSpPr>
        <p:spPr>
          <a:xfrm>
            <a:off x="2757488" y="1857375"/>
            <a:ext cx="211596" cy="205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CCCCCC"/>
                </a:solidFill>
              </a:rPr>
              <a:t>02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2757488" y="2162770"/>
            <a:ext cx="1514475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000000"/>
                </a:solidFill>
              </a:rPr>
              <a:t>代理执行
偏离用户预期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2757488" y="2659931"/>
            <a:ext cx="1514475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666666"/>
                </a:solidFill>
              </a:rPr>
              <a:t>Agent 选错商品、超出预算或时机不当。导致"买到了不想要的东西"。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657725" y="1643063"/>
            <a:ext cx="1943100" cy="2721415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zh-CN" altLang="en-US" sz="2400"/>
          </a:p>
        </p:txBody>
      </p:sp>
      <p:sp>
        <p:nvSpPr>
          <p:cNvPr id="16" name="Shape 13"/>
          <p:cNvSpPr/>
          <p:nvPr/>
        </p:nvSpPr>
        <p:spPr>
          <a:xfrm>
            <a:off x="4657725" y="1643063"/>
            <a:ext cx="1943100" cy="42863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zh-CN" altLang="en-US" sz="2400"/>
          </a:p>
        </p:txBody>
      </p:sp>
      <p:sp>
        <p:nvSpPr>
          <p:cNvPr id="17" name="Text 14"/>
          <p:cNvSpPr/>
          <p:nvPr/>
        </p:nvSpPr>
        <p:spPr>
          <a:xfrm>
            <a:off x="4872038" y="1857375"/>
            <a:ext cx="211596" cy="205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CCCCCC"/>
                </a:solidFill>
              </a:rPr>
              <a:t>03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872038" y="2162770"/>
            <a:ext cx="1514475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000000"/>
                </a:solidFill>
              </a:rPr>
              <a:t>交易请求来源
与可信度难判断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4872038" y="2659931"/>
            <a:ext cx="1514475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666666"/>
                </a:solidFill>
              </a:rPr>
              <a:t>缺少清晰识别方式，导致对代理交易过度谨慎（误拒）或放松校验（风险扩大）。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772275" y="1643063"/>
            <a:ext cx="1943100" cy="2721415"/>
          </a:xfrm>
          <a:prstGeom prst="rect">
            <a:avLst/>
          </a:prstGeom>
          <a:solidFill>
            <a:srgbClr val="FFF5F0"/>
          </a:solidFill>
          <a:ln/>
        </p:spPr>
        <p:txBody>
          <a:bodyPr/>
          <a:lstStyle/>
          <a:p>
            <a:endParaRPr lang="zh-CN" altLang="en-US" sz="2400"/>
          </a:p>
        </p:txBody>
      </p:sp>
      <p:sp>
        <p:nvSpPr>
          <p:cNvPr id="21" name="Shape 18"/>
          <p:cNvSpPr/>
          <p:nvPr/>
        </p:nvSpPr>
        <p:spPr>
          <a:xfrm>
            <a:off x="6772275" y="1643063"/>
            <a:ext cx="1943100" cy="42863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zh-CN" altLang="en-US" sz="2400"/>
          </a:p>
        </p:txBody>
      </p:sp>
      <p:sp>
        <p:nvSpPr>
          <p:cNvPr id="22" name="Text 19"/>
          <p:cNvSpPr/>
          <p:nvPr/>
        </p:nvSpPr>
        <p:spPr>
          <a:xfrm>
            <a:off x="6986588" y="1857375"/>
            <a:ext cx="211596" cy="205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FFD1B3"/>
                </a:solidFill>
              </a:rPr>
              <a:t>04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6986588" y="2162770"/>
            <a:ext cx="1514475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000000"/>
                </a:solidFill>
              </a:rPr>
              <a:t>争议处理
与责任划分复杂化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6986588" y="2659931"/>
            <a:ext cx="1514475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666666"/>
                </a:solidFill>
              </a:rPr>
              <a:t>责任链条变长（用户-Agent-商户-PSP）。缺少清晰的事实依据和处理机制。</a:t>
            </a:r>
            <a:endParaRPr lang="en-US" sz="10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28625" y="428625"/>
            <a:ext cx="8286750" cy="4357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kern="0" spc="-1" dirty="0">
                <a:solidFill>
                  <a:srgbClr val="000000"/>
                </a:solidFill>
              </a:rPr>
              <a:t>风险治理目标</a:t>
            </a:r>
            <a:endParaRPr lang="en-US" sz="2121" dirty="0"/>
          </a:p>
        </p:txBody>
      </p:sp>
      <p:sp>
        <p:nvSpPr>
          <p:cNvPr id="4" name="Text 1"/>
          <p:cNvSpPr/>
          <p:nvPr/>
        </p:nvSpPr>
        <p:spPr>
          <a:xfrm>
            <a:off x="428625" y="935831"/>
            <a:ext cx="8286750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666666"/>
                </a:solidFill>
              </a:rPr>
              <a:t>不牺牲转化率的前提下实现可控运营</a:t>
            </a:r>
            <a:endParaRPr lang="en-US" sz="1269" dirty="0"/>
          </a:p>
        </p:txBody>
      </p:sp>
      <p:sp>
        <p:nvSpPr>
          <p:cNvPr id="5" name="Text 2"/>
          <p:cNvSpPr/>
          <p:nvPr/>
        </p:nvSpPr>
        <p:spPr>
          <a:xfrm>
            <a:off x="428625" y="2008649"/>
            <a:ext cx="8286750" cy="5486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4300"/>
              </a:lnSpc>
              <a:buNone/>
            </a:pPr>
            <a:r>
              <a:rPr lang="en-US" sz="3294" b="1" dirty="0">
                <a:solidFill>
                  <a:srgbClr val="000000"/>
                </a:solidFill>
              </a:rPr>
              <a:t>可控 · </a:t>
            </a:r>
            <a:r>
              <a:rPr lang="en-US" sz="3294" b="1" dirty="0">
                <a:solidFill>
                  <a:srgbClr val="FF4500"/>
                </a:solidFill>
              </a:rPr>
              <a:t>可解释</a:t>
            </a:r>
            <a:r>
              <a:rPr lang="en-US" sz="3294" b="1" dirty="0">
                <a:solidFill>
                  <a:srgbClr val="000000"/>
                </a:solidFill>
              </a:rPr>
              <a:t> · 可运营</a:t>
            </a:r>
            <a:endParaRPr lang="en-US" sz="3294" dirty="0"/>
          </a:p>
        </p:txBody>
      </p:sp>
      <p:sp>
        <p:nvSpPr>
          <p:cNvPr id="6" name="Text 3"/>
          <p:cNvSpPr/>
          <p:nvPr/>
        </p:nvSpPr>
        <p:spPr>
          <a:xfrm>
            <a:off x="428625" y="3157342"/>
            <a:ext cx="185737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999999"/>
                </a:solidFill>
              </a:rPr>
              <a:t>User</a:t>
            </a:r>
            <a:endParaRPr lang="en-US" sz="987" dirty="0"/>
          </a:p>
        </p:txBody>
      </p:sp>
      <p:sp>
        <p:nvSpPr>
          <p:cNvPr id="7" name="Text 4"/>
          <p:cNvSpPr/>
          <p:nvPr/>
        </p:nvSpPr>
        <p:spPr>
          <a:xfrm>
            <a:off x="428625" y="3423447"/>
            <a:ext cx="1857375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93" b="1" dirty="0">
                <a:solidFill>
                  <a:srgbClr val="000000"/>
                </a:solidFill>
              </a:rPr>
              <a:t>知道自己授权了什么</a:t>
            </a:r>
            <a:endParaRPr lang="en-US" sz="1193" dirty="0"/>
          </a:p>
        </p:txBody>
      </p:sp>
      <p:sp>
        <p:nvSpPr>
          <p:cNvPr id="8" name="Text 5"/>
          <p:cNvSpPr/>
          <p:nvPr/>
        </p:nvSpPr>
        <p:spPr>
          <a:xfrm>
            <a:off x="2571750" y="3157342"/>
            <a:ext cx="185737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4500"/>
                </a:solidFill>
              </a:rPr>
              <a:t>Merchant</a:t>
            </a:r>
            <a:endParaRPr lang="en-US" sz="987" dirty="0"/>
          </a:p>
        </p:txBody>
      </p:sp>
      <p:sp>
        <p:nvSpPr>
          <p:cNvPr id="9" name="Text 6"/>
          <p:cNvSpPr/>
          <p:nvPr/>
        </p:nvSpPr>
        <p:spPr>
          <a:xfrm>
            <a:off x="2571750" y="3423447"/>
            <a:ext cx="1857375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93" b="1" dirty="0">
                <a:solidFill>
                  <a:srgbClr val="000000"/>
                </a:solidFill>
              </a:rPr>
              <a:t>知道交易为何可信</a:t>
            </a:r>
            <a:endParaRPr lang="en-US" sz="1193" dirty="0"/>
          </a:p>
        </p:txBody>
      </p:sp>
      <p:sp>
        <p:nvSpPr>
          <p:cNvPr id="10" name="Text 7"/>
          <p:cNvSpPr/>
          <p:nvPr/>
        </p:nvSpPr>
        <p:spPr>
          <a:xfrm>
            <a:off x="4714875" y="3157342"/>
            <a:ext cx="185737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999999"/>
                </a:solidFill>
              </a:rPr>
              <a:t>PSP</a:t>
            </a:r>
            <a:endParaRPr lang="en-US" sz="987" dirty="0"/>
          </a:p>
        </p:txBody>
      </p:sp>
      <p:sp>
        <p:nvSpPr>
          <p:cNvPr id="11" name="Text 8"/>
          <p:cNvSpPr/>
          <p:nvPr/>
        </p:nvSpPr>
        <p:spPr>
          <a:xfrm>
            <a:off x="4714875" y="3423447"/>
            <a:ext cx="1857375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93" b="1" dirty="0">
                <a:solidFill>
                  <a:srgbClr val="000000"/>
                </a:solidFill>
              </a:rPr>
              <a:t>稳定控制风险成本</a:t>
            </a:r>
            <a:endParaRPr lang="en-US" sz="1193" dirty="0"/>
          </a:p>
        </p:txBody>
      </p:sp>
      <p:sp>
        <p:nvSpPr>
          <p:cNvPr id="12" name="Text 9"/>
          <p:cNvSpPr/>
          <p:nvPr/>
        </p:nvSpPr>
        <p:spPr>
          <a:xfrm>
            <a:off x="6858000" y="3157342"/>
            <a:ext cx="185737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999999"/>
                </a:solidFill>
              </a:rPr>
              <a:t>Dispute</a:t>
            </a:r>
            <a:endParaRPr lang="en-US" sz="987" dirty="0"/>
          </a:p>
        </p:txBody>
      </p:sp>
      <p:sp>
        <p:nvSpPr>
          <p:cNvPr id="13" name="Text 10"/>
          <p:cNvSpPr/>
          <p:nvPr/>
        </p:nvSpPr>
        <p:spPr>
          <a:xfrm>
            <a:off x="6858000" y="3423447"/>
            <a:ext cx="1857375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93" b="1" dirty="0">
                <a:solidFill>
                  <a:srgbClr val="000000"/>
                </a:solidFill>
              </a:rPr>
              <a:t>有一致的处理路径</a:t>
            </a:r>
            <a:endParaRPr lang="en-US" sz="1193" dirty="0"/>
          </a:p>
        </p:txBody>
      </p:sp>
      <p:sp>
        <p:nvSpPr>
          <p:cNvPr id="14" name="Text 11"/>
          <p:cNvSpPr/>
          <p:nvPr/>
        </p:nvSpPr>
        <p:spPr>
          <a:xfrm>
            <a:off x="363774" y="3936206"/>
            <a:ext cx="8286750" cy="542925"/>
          </a:xfrm>
          <a:prstGeom prst="rect">
            <a:avLst/>
          </a:prstGeom>
          <a:noFill/>
          <a:ln/>
        </p:spPr>
        <p:txBody>
          <a:bodyPr wrap="square" lIns="0" tIns="340233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69" dirty="0">
                <a:solidFill>
                  <a:srgbClr val="666666"/>
                </a:solidFill>
              </a:rPr>
              <a:t>目标不是"零风险"，而是建立一套可复制的运营机制</a:t>
            </a:r>
            <a:endParaRPr lang="en-US" sz="1269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9A746A-6706-4A7F-F527-61E013B24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CD9FF8EF-5DDD-CB54-1326-50CFB32D77E3}"/>
              </a:ext>
            </a:extLst>
          </p:cNvPr>
          <p:cNvSpPr/>
          <p:nvPr/>
        </p:nvSpPr>
        <p:spPr>
          <a:xfrm>
            <a:off x="714375" y="842963"/>
            <a:ext cx="1867050" cy="1467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800"/>
              </a:lnSpc>
              <a:buNone/>
            </a:pPr>
            <a:r>
              <a:rPr lang="en-US" sz="12436" b="1" kern="0" spc="-8" dirty="0"/>
              <a:t>07</a:t>
            </a:r>
            <a:endParaRPr lang="en-US" sz="12436" dirty="0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39B54F4A-B4D7-D314-29DB-815A2616983E}"/>
              </a:ext>
            </a:extLst>
          </p:cNvPr>
          <p:cNvSpPr/>
          <p:nvPr/>
        </p:nvSpPr>
        <p:spPr>
          <a:xfrm>
            <a:off x="714375" y="2500313"/>
            <a:ext cx="7715250" cy="180022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FE948188-CF71-231E-ABDA-ECE1AF33E793}"/>
              </a:ext>
            </a:extLst>
          </p:cNvPr>
          <p:cNvSpPr/>
          <p:nvPr/>
        </p:nvSpPr>
        <p:spPr>
          <a:xfrm>
            <a:off x="714375" y="2500313"/>
            <a:ext cx="85725" cy="180022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DC816D70-3A11-8B8E-4BDD-692F7DD3A7A2}"/>
              </a:ext>
            </a:extLst>
          </p:cNvPr>
          <p:cNvSpPr/>
          <p:nvPr/>
        </p:nvSpPr>
        <p:spPr>
          <a:xfrm>
            <a:off x="1143000" y="2500313"/>
            <a:ext cx="7923179" cy="12651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000"/>
              </a:lnSpc>
            </a:pPr>
            <a:r>
              <a:rPr lang="en-US" altLang="zh-CN" sz="4400" b="1" kern="0" spc="-1" dirty="0">
                <a:solidFill>
                  <a:srgbClr val="FFFFFF"/>
                </a:solidFill>
              </a:rPr>
              <a:t>Best Practices</a:t>
            </a:r>
            <a:endParaRPr lang="en-US" altLang="zh-CN" sz="4400" dirty="0"/>
          </a:p>
          <a:p>
            <a:pPr marL="0" indent="0" algn="l">
              <a:lnSpc>
                <a:spcPts val="5000"/>
              </a:lnSpc>
              <a:buNone/>
            </a:pPr>
            <a:endParaRPr lang="en-US" sz="4145" b="1" kern="0" spc="-2" dirty="0">
              <a:solidFill>
                <a:srgbClr val="FFFFFF"/>
              </a:solidFill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D32BEFC7-B328-AA65-95B7-10F3D8E24945}"/>
              </a:ext>
            </a:extLst>
          </p:cNvPr>
          <p:cNvSpPr/>
          <p:nvPr/>
        </p:nvSpPr>
        <p:spPr>
          <a:xfrm>
            <a:off x="1143000" y="3900488"/>
            <a:ext cx="1654299" cy="3799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zh-CN" altLang="en-US" sz="2145" dirty="0">
                <a:solidFill>
                  <a:srgbClr val="CCCCCC"/>
                </a:solidFill>
              </a:rPr>
              <a:t>业务最佳实践</a:t>
            </a:r>
          </a:p>
        </p:txBody>
      </p:sp>
    </p:spTree>
    <p:extLst>
      <p:ext uri="{BB962C8B-B14F-4D97-AF65-F5344CB8AC3E}">
        <p14:creationId xmlns:p14="http://schemas.microsoft.com/office/powerpoint/2010/main" val="21888009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28625" y="428625"/>
            <a:ext cx="8286750" cy="4357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kern="0" spc="-1" dirty="0">
                <a:solidFill>
                  <a:srgbClr val="000000"/>
                </a:solidFill>
              </a:rPr>
              <a:t>PSP 功能架构：三层能力模型</a:t>
            </a:r>
            <a:endParaRPr lang="en-US" sz="2121" dirty="0"/>
          </a:p>
        </p:txBody>
      </p:sp>
      <p:sp>
        <p:nvSpPr>
          <p:cNvPr id="4" name="Text 1"/>
          <p:cNvSpPr/>
          <p:nvPr/>
        </p:nvSpPr>
        <p:spPr>
          <a:xfrm>
            <a:off x="428625" y="935831"/>
            <a:ext cx="828675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666666"/>
                </a:solidFill>
              </a:rPr>
              <a:t>Agentic Payment Enablement Layer</a:t>
            </a:r>
            <a:endParaRPr lang="en-US" sz="1269" dirty="0"/>
          </a:p>
        </p:txBody>
      </p:sp>
      <p:sp>
        <p:nvSpPr>
          <p:cNvPr id="5" name="Shape 2"/>
          <p:cNvSpPr/>
          <p:nvPr/>
        </p:nvSpPr>
        <p:spPr>
          <a:xfrm>
            <a:off x="366006" y="1261226"/>
            <a:ext cx="2143125" cy="1167417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508881" y="1439177"/>
            <a:ext cx="1857375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可信接入层
(Trust Layer)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508881" y="1922050"/>
            <a:ext cx="1857375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FFFFFF">
                    <a:alpha val="80000"/>
                  </a:srgbClr>
                </a:solidFill>
              </a:rPr>
              <a:t>识别 Agent、验证请求、建立可信入口</a:t>
            </a:r>
            <a:endParaRPr lang="en-US" sz="834" dirty="0"/>
          </a:p>
        </p:txBody>
      </p:sp>
      <p:sp>
        <p:nvSpPr>
          <p:cNvPr id="8" name="Shape 5"/>
          <p:cNvSpPr/>
          <p:nvPr/>
        </p:nvSpPr>
        <p:spPr>
          <a:xfrm>
            <a:off x="2509131" y="1261226"/>
            <a:ext cx="6115050" cy="1167417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6"/>
          <p:cNvSpPr/>
          <p:nvPr/>
        </p:nvSpPr>
        <p:spPr>
          <a:xfrm>
            <a:off x="2680581" y="1671684"/>
            <a:ext cx="1177100" cy="346472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2680581" y="1671684"/>
            <a:ext cx="1177100" cy="346472"/>
          </a:xfrm>
          <a:prstGeom prst="rect">
            <a:avLst/>
          </a:prstGeom>
          <a:noFill/>
          <a:ln/>
        </p:spPr>
        <p:txBody>
          <a:bodyPr wrap="square" lIns="136017" tIns="85090" rIns="136017" bIns="8509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</a:rPr>
              <a:t>Agent 身份认证</a:t>
            </a:r>
            <a:endParaRPr lang="en-US" sz="885" dirty="0"/>
          </a:p>
        </p:txBody>
      </p:sp>
      <p:sp>
        <p:nvSpPr>
          <p:cNvPr id="11" name="Shape 8"/>
          <p:cNvSpPr/>
          <p:nvPr/>
        </p:nvSpPr>
        <p:spPr>
          <a:xfrm>
            <a:off x="3929118" y="1671684"/>
            <a:ext cx="1143028" cy="346472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9"/>
          <p:cNvSpPr/>
          <p:nvPr/>
        </p:nvSpPr>
        <p:spPr>
          <a:xfrm>
            <a:off x="3929118" y="1671684"/>
            <a:ext cx="1143028" cy="346472"/>
          </a:xfrm>
          <a:prstGeom prst="rect">
            <a:avLst/>
          </a:prstGeom>
          <a:noFill/>
          <a:ln/>
        </p:spPr>
        <p:txBody>
          <a:bodyPr wrap="square" lIns="136017" tIns="85090" rIns="136017" bIns="8509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</a:rPr>
              <a:t>请求完整性校验</a:t>
            </a:r>
            <a:endParaRPr lang="en-US" sz="885" dirty="0"/>
          </a:p>
        </p:txBody>
      </p:sp>
      <p:sp>
        <p:nvSpPr>
          <p:cNvPr id="13" name="Shape 10"/>
          <p:cNvSpPr/>
          <p:nvPr/>
        </p:nvSpPr>
        <p:spPr>
          <a:xfrm>
            <a:off x="5143584" y="1671684"/>
            <a:ext cx="1014440" cy="346472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1"/>
          <p:cNvSpPr/>
          <p:nvPr/>
        </p:nvSpPr>
        <p:spPr>
          <a:xfrm>
            <a:off x="5143584" y="1671684"/>
            <a:ext cx="1014440" cy="346472"/>
          </a:xfrm>
          <a:prstGeom prst="rect">
            <a:avLst/>
          </a:prstGeom>
          <a:noFill/>
          <a:ln/>
        </p:spPr>
        <p:txBody>
          <a:bodyPr wrap="square" lIns="136017" tIns="85090" rIns="136017" bIns="8509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</a:rPr>
              <a:t>可信分层管理</a:t>
            </a:r>
            <a:endParaRPr lang="en-US" sz="885" dirty="0"/>
          </a:p>
        </p:txBody>
      </p:sp>
      <p:sp>
        <p:nvSpPr>
          <p:cNvPr id="15" name="Shape 12"/>
          <p:cNvSpPr/>
          <p:nvPr/>
        </p:nvSpPr>
        <p:spPr>
          <a:xfrm>
            <a:off x="366006" y="2514368"/>
            <a:ext cx="2143125" cy="1003111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3"/>
          <p:cNvSpPr/>
          <p:nvPr/>
        </p:nvSpPr>
        <p:spPr>
          <a:xfrm>
            <a:off x="508881" y="2692320"/>
            <a:ext cx="1857375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授权与控制层
(Control Layer)</a:t>
            </a:r>
            <a:endParaRPr lang="en-US" sz="1193" dirty="0"/>
          </a:p>
        </p:txBody>
      </p:sp>
      <p:sp>
        <p:nvSpPr>
          <p:cNvPr id="17" name="Text 14"/>
          <p:cNvSpPr/>
          <p:nvPr/>
        </p:nvSpPr>
        <p:spPr>
          <a:xfrm>
            <a:off x="508881" y="3175192"/>
            <a:ext cx="1857375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FFFFFF">
                    <a:alpha val="80000"/>
                  </a:srgbClr>
                </a:solidFill>
              </a:rPr>
              <a:t>授权边界、受控凭证、策略校验</a:t>
            </a:r>
            <a:endParaRPr lang="en-US" sz="834" dirty="0"/>
          </a:p>
        </p:txBody>
      </p:sp>
      <p:sp>
        <p:nvSpPr>
          <p:cNvPr id="18" name="Shape 15"/>
          <p:cNvSpPr/>
          <p:nvPr/>
        </p:nvSpPr>
        <p:spPr>
          <a:xfrm>
            <a:off x="2509131" y="2514368"/>
            <a:ext cx="6115050" cy="1003111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6"/>
          <p:cNvSpPr/>
          <p:nvPr/>
        </p:nvSpPr>
        <p:spPr>
          <a:xfrm>
            <a:off x="2680581" y="2842673"/>
            <a:ext cx="1035872" cy="346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7"/>
          <p:cNvSpPr/>
          <p:nvPr/>
        </p:nvSpPr>
        <p:spPr>
          <a:xfrm>
            <a:off x="2680581" y="2842673"/>
            <a:ext cx="1035872" cy="714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8"/>
          <p:cNvSpPr/>
          <p:nvPr/>
        </p:nvSpPr>
        <p:spPr>
          <a:xfrm>
            <a:off x="3709308" y="2842673"/>
            <a:ext cx="7144" cy="34647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19"/>
          <p:cNvSpPr/>
          <p:nvPr/>
        </p:nvSpPr>
        <p:spPr>
          <a:xfrm>
            <a:off x="2680581" y="3182001"/>
            <a:ext cx="1035872" cy="714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0"/>
          <p:cNvSpPr/>
          <p:nvPr/>
        </p:nvSpPr>
        <p:spPr>
          <a:xfrm>
            <a:off x="2680581" y="2842673"/>
            <a:ext cx="28575" cy="346472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1"/>
          <p:cNvSpPr/>
          <p:nvPr/>
        </p:nvSpPr>
        <p:spPr>
          <a:xfrm>
            <a:off x="2680581" y="2842673"/>
            <a:ext cx="1035872" cy="346472"/>
          </a:xfrm>
          <a:prstGeom prst="rect">
            <a:avLst/>
          </a:prstGeom>
          <a:noFill/>
          <a:ln/>
        </p:spPr>
        <p:txBody>
          <a:bodyPr wrap="square" lIns="136017" tIns="85090" rIns="136017" bIns="8509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</a:rPr>
              <a:t>授权范围校验</a:t>
            </a:r>
            <a:endParaRPr lang="en-US" sz="885" dirty="0"/>
          </a:p>
        </p:txBody>
      </p:sp>
      <p:sp>
        <p:nvSpPr>
          <p:cNvPr id="25" name="Shape 22"/>
          <p:cNvSpPr/>
          <p:nvPr/>
        </p:nvSpPr>
        <p:spPr>
          <a:xfrm>
            <a:off x="3766458" y="2842673"/>
            <a:ext cx="1723290" cy="346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3"/>
          <p:cNvSpPr/>
          <p:nvPr/>
        </p:nvSpPr>
        <p:spPr>
          <a:xfrm>
            <a:off x="3766458" y="2842673"/>
            <a:ext cx="1723290" cy="714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4"/>
          <p:cNvSpPr/>
          <p:nvPr/>
        </p:nvSpPr>
        <p:spPr>
          <a:xfrm>
            <a:off x="5482605" y="2842673"/>
            <a:ext cx="7144" cy="34647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5"/>
          <p:cNvSpPr/>
          <p:nvPr/>
        </p:nvSpPr>
        <p:spPr>
          <a:xfrm>
            <a:off x="3766458" y="3182001"/>
            <a:ext cx="1723290" cy="714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6"/>
          <p:cNvSpPr/>
          <p:nvPr/>
        </p:nvSpPr>
        <p:spPr>
          <a:xfrm>
            <a:off x="3766458" y="2842673"/>
            <a:ext cx="28575" cy="346472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7"/>
          <p:cNvSpPr/>
          <p:nvPr/>
        </p:nvSpPr>
        <p:spPr>
          <a:xfrm>
            <a:off x="3766458" y="2842673"/>
            <a:ext cx="1723290" cy="346472"/>
          </a:xfrm>
          <a:prstGeom prst="rect">
            <a:avLst/>
          </a:prstGeom>
          <a:noFill/>
          <a:ln/>
        </p:spPr>
        <p:txBody>
          <a:bodyPr wrap="square" lIns="136017" tIns="85090" rIns="136017" bIns="8509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</a:rPr>
              <a:t>受控凭证 (Tokenization)</a:t>
            </a:r>
            <a:endParaRPr lang="en-US" sz="885" dirty="0"/>
          </a:p>
        </p:txBody>
      </p:sp>
      <p:sp>
        <p:nvSpPr>
          <p:cNvPr id="31" name="Shape 28"/>
          <p:cNvSpPr/>
          <p:nvPr/>
        </p:nvSpPr>
        <p:spPr>
          <a:xfrm>
            <a:off x="5539755" y="2842673"/>
            <a:ext cx="1035872" cy="346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29"/>
          <p:cNvSpPr/>
          <p:nvPr/>
        </p:nvSpPr>
        <p:spPr>
          <a:xfrm>
            <a:off x="5539755" y="2842673"/>
            <a:ext cx="1035872" cy="714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0"/>
          <p:cNvSpPr/>
          <p:nvPr/>
        </p:nvSpPr>
        <p:spPr>
          <a:xfrm>
            <a:off x="6568483" y="2842673"/>
            <a:ext cx="7144" cy="34647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1"/>
          <p:cNvSpPr/>
          <p:nvPr/>
        </p:nvSpPr>
        <p:spPr>
          <a:xfrm>
            <a:off x="5539755" y="3182001"/>
            <a:ext cx="1035872" cy="714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2"/>
          <p:cNvSpPr/>
          <p:nvPr/>
        </p:nvSpPr>
        <p:spPr>
          <a:xfrm>
            <a:off x="5539755" y="2842673"/>
            <a:ext cx="28575" cy="346472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3"/>
          <p:cNvSpPr/>
          <p:nvPr/>
        </p:nvSpPr>
        <p:spPr>
          <a:xfrm>
            <a:off x="5539755" y="2842673"/>
            <a:ext cx="1035872" cy="346472"/>
          </a:xfrm>
          <a:prstGeom prst="rect">
            <a:avLst/>
          </a:prstGeom>
          <a:noFill/>
          <a:ln/>
        </p:spPr>
        <p:txBody>
          <a:bodyPr wrap="square" lIns="136017" tIns="85090" rIns="136017" bIns="8509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</a:rPr>
              <a:t>策略规则引擎</a:t>
            </a:r>
            <a:endParaRPr lang="en-US" sz="885" dirty="0"/>
          </a:p>
        </p:txBody>
      </p:sp>
      <p:sp>
        <p:nvSpPr>
          <p:cNvPr id="37" name="Shape 34"/>
          <p:cNvSpPr/>
          <p:nvPr/>
        </p:nvSpPr>
        <p:spPr>
          <a:xfrm>
            <a:off x="366006" y="3603204"/>
            <a:ext cx="2143125" cy="1003111"/>
          </a:xfrm>
          <a:prstGeom prst="rect">
            <a:avLst/>
          </a:prstGeom>
          <a:solidFill>
            <a:srgbClr val="66666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5"/>
          <p:cNvSpPr/>
          <p:nvPr/>
        </p:nvSpPr>
        <p:spPr>
          <a:xfrm>
            <a:off x="508881" y="3781155"/>
            <a:ext cx="1857375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执行与运营层
(Execution &amp; Ops)</a:t>
            </a:r>
            <a:endParaRPr lang="en-US" sz="1193" dirty="0"/>
          </a:p>
        </p:txBody>
      </p:sp>
      <p:sp>
        <p:nvSpPr>
          <p:cNvPr id="39" name="Text 36"/>
          <p:cNvSpPr/>
          <p:nvPr/>
        </p:nvSpPr>
        <p:spPr>
          <a:xfrm>
            <a:off x="508881" y="4264028"/>
            <a:ext cx="1857375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FFFFFF">
                    <a:alpha val="80000"/>
                  </a:srgbClr>
                </a:solidFill>
              </a:rPr>
              <a:t>编排执行、风险治理、证据链闭环</a:t>
            </a:r>
            <a:endParaRPr lang="en-US" sz="834" dirty="0"/>
          </a:p>
        </p:txBody>
      </p:sp>
      <p:sp>
        <p:nvSpPr>
          <p:cNvPr id="40" name="Shape 37"/>
          <p:cNvSpPr/>
          <p:nvPr/>
        </p:nvSpPr>
        <p:spPr>
          <a:xfrm>
            <a:off x="2509131" y="3603204"/>
            <a:ext cx="6115050" cy="1003111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8"/>
          <p:cNvSpPr/>
          <p:nvPr/>
        </p:nvSpPr>
        <p:spPr>
          <a:xfrm>
            <a:off x="2680581" y="3931509"/>
            <a:ext cx="1014440" cy="346472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Text 39"/>
          <p:cNvSpPr/>
          <p:nvPr/>
        </p:nvSpPr>
        <p:spPr>
          <a:xfrm>
            <a:off x="2680581" y="3931509"/>
            <a:ext cx="1014440" cy="346472"/>
          </a:xfrm>
          <a:prstGeom prst="rect">
            <a:avLst/>
          </a:prstGeom>
          <a:noFill/>
          <a:ln/>
        </p:spPr>
        <p:txBody>
          <a:bodyPr wrap="square" lIns="136017" tIns="85090" rIns="136017" bIns="8509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</a:rPr>
              <a:t>支付执行编排</a:t>
            </a:r>
            <a:endParaRPr lang="en-US" sz="885" dirty="0"/>
          </a:p>
        </p:txBody>
      </p:sp>
      <p:sp>
        <p:nvSpPr>
          <p:cNvPr id="43" name="Shape 40"/>
          <p:cNvSpPr/>
          <p:nvPr/>
        </p:nvSpPr>
        <p:spPr>
          <a:xfrm>
            <a:off x="3766458" y="3931509"/>
            <a:ext cx="885853" cy="346472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1"/>
          <p:cNvSpPr/>
          <p:nvPr/>
        </p:nvSpPr>
        <p:spPr>
          <a:xfrm>
            <a:off x="3766458" y="3931509"/>
            <a:ext cx="885853" cy="346472"/>
          </a:xfrm>
          <a:prstGeom prst="rect">
            <a:avLst/>
          </a:prstGeom>
          <a:noFill/>
          <a:ln/>
        </p:spPr>
        <p:txBody>
          <a:bodyPr wrap="square" lIns="136017" tIns="85090" rIns="136017" bIns="8509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</a:rPr>
              <a:t>成功率治理</a:t>
            </a:r>
            <a:endParaRPr lang="en-US" sz="885" dirty="0"/>
          </a:p>
        </p:txBody>
      </p:sp>
      <p:sp>
        <p:nvSpPr>
          <p:cNvPr id="45" name="Shape 42"/>
          <p:cNvSpPr/>
          <p:nvPr/>
        </p:nvSpPr>
        <p:spPr>
          <a:xfrm>
            <a:off x="4723749" y="3931509"/>
            <a:ext cx="1014440" cy="346472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3"/>
          <p:cNvSpPr/>
          <p:nvPr/>
        </p:nvSpPr>
        <p:spPr>
          <a:xfrm>
            <a:off x="4723749" y="3931509"/>
            <a:ext cx="1014440" cy="346472"/>
          </a:xfrm>
          <a:prstGeom prst="rect">
            <a:avLst/>
          </a:prstGeom>
          <a:noFill/>
          <a:ln/>
        </p:spPr>
        <p:txBody>
          <a:bodyPr wrap="square" lIns="136017" tIns="85090" rIns="136017" bIns="8509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</a:rPr>
              <a:t>审计与证据链</a:t>
            </a:r>
            <a:endParaRPr lang="en-US" sz="885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28625" y="428625"/>
            <a:ext cx="8286750" cy="4357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kern="0" spc="-1" dirty="0">
                <a:solidFill>
                  <a:srgbClr val="000000"/>
                </a:solidFill>
              </a:rPr>
              <a:t>可信接入层 (Trust Layer)</a:t>
            </a:r>
            <a:endParaRPr lang="en-US" sz="2121" dirty="0"/>
          </a:p>
        </p:txBody>
      </p:sp>
      <p:sp>
        <p:nvSpPr>
          <p:cNvPr id="4" name="Text 1"/>
          <p:cNvSpPr/>
          <p:nvPr/>
        </p:nvSpPr>
        <p:spPr>
          <a:xfrm>
            <a:off x="428625" y="935831"/>
            <a:ext cx="8286750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666666"/>
                </a:solidFill>
              </a:rPr>
              <a:t>识别 Agent、验证请求、建立可信入口</a:t>
            </a:r>
            <a:endParaRPr lang="en-US" sz="1269" dirty="0"/>
          </a:p>
        </p:txBody>
      </p:sp>
      <p:sp>
        <p:nvSpPr>
          <p:cNvPr id="5" name="Text 2"/>
          <p:cNvSpPr/>
          <p:nvPr/>
        </p:nvSpPr>
        <p:spPr>
          <a:xfrm>
            <a:off x="428625" y="2498917"/>
            <a:ext cx="3026104" cy="6442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808" b="1" dirty="0">
                <a:solidFill>
                  <a:srgbClr val="000000"/>
                </a:solidFill>
              </a:rPr>
              <a:t>明确区分
</a:t>
            </a:r>
            <a:r>
              <a:rPr lang="en-US" sz="1808" b="1" dirty="0">
                <a:solidFill>
                  <a:srgbClr val="FF4500"/>
                </a:solidFill>
              </a:rPr>
              <a:t>"代理交易"</a:t>
            </a:r>
            <a:r>
              <a:rPr lang="en-US" sz="1808" b="1" dirty="0">
                <a:solidFill>
                  <a:srgbClr val="000000"/>
                </a:solidFill>
              </a:rPr>
              <a:t> </a:t>
            </a:r>
            <a:r>
              <a:rPr lang="en-US" sz="1808" b="1" dirty="0" err="1">
                <a:solidFill>
                  <a:srgbClr val="000000"/>
                </a:solidFill>
              </a:rPr>
              <a:t>与"传统交易</a:t>
            </a:r>
            <a:r>
              <a:rPr lang="en-US" sz="1808" b="1" dirty="0">
                <a:solidFill>
                  <a:srgbClr val="000000"/>
                </a:solidFill>
              </a:rPr>
              <a:t>"</a:t>
            </a:r>
            <a:endParaRPr lang="en-US" sz="1808" dirty="0"/>
          </a:p>
        </p:txBody>
      </p:sp>
      <p:sp>
        <p:nvSpPr>
          <p:cNvPr id="6" name="Text 3"/>
          <p:cNvSpPr/>
          <p:nvPr/>
        </p:nvSpPr>
        <p:spPr>
          <a:xfrm>
            <a:off x="428625" y="3716145"/>
            <a:ext cx="302610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666666"/>
                </a:solidFill>
              </a:rPr>
              <a:t>建立可信校验机制，使后续策略分流与风险治理成为可能。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176247" y="1947202"/>
            <a:ext cx="4539128" cy="821168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5"/>
          <p:cNvSpPr/>
          <p:nvPr/>
        </p:nvSpPr>
        <p:spPr>
          <a:xfrm>
            <a:off x="4176247" y="1947202"/>
            <a:ext cx="42863" cy="821168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4354841" y="2125796"/>
            <a:ext cx="418194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0000"/>
                </a:solidFill>
              </a:rPr>
              <a:t>Agent 身份认证</a:t>
            </a:r>
            <a:endParaRPr lang="en-US" sz="1090" dirty="0"/>
          </a:p>
        </p:txBody>
      </p:sp>
      <p:sp>
        <p:nvSpPr>
          <p:cNvPr id="10" name="Text 7"/>
          <p:cNvSpPr/>
          <p:nvPr/>
        </p:nvSpPr>
        <p:spPr>
          <a:xfrm>
            <a:off x="4354841" y="2409760"/>
            <a:ext cx="4181940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验证请求是否来自可信的 Agent 平台，不仅是 API Key 级别鉴权。</a:t>
            </a:r>
            <a:endParaRPr lang="en-US" sz="942" dirty="0"/>
          </a:p>
        </p:txBody>
      </p:sp>
      <p:sp>
        <p:nvSpPr>
          <p:cNvPr id="11" name="Shape 8"/>
          <p:cNvSpPr/>
          <p:nvPr/>
        </p:nvSpPr>
        <p:spPr>
          <a:xfrm>
            <a:off x="4176247" y="2911246"/>
            <a:ext cx="4539128" cy="821168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9"/>
          <p:cNvSpPr/>
          <p:nvPr/>
        </p:nvSpPr>
        <p:spPr>
          <a:xfrm>
            <a:off x="4176247" y="2911246"/>
            <a:ext cx="42863" cy="821168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0"/>
          <p:cNvSpPr/>
          <p:nvPr/>
        </p:nvSpPr>
        <p:spPr>
          <a:xfrm>
            <a:off x="4354841" y="3089839"/>
            <a:ext cx="418194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0000"/>
                </a:solidFill>
              </a:rPr>
              <a:t>请求完整性校验</a:t>
            </a:r>
            <a:endParaRPr lang="en-US" sz="1090" dirty="0"/>
          </a:p>
        </p:txBody>
      </p:sp>
      <p:sp>
        <p:nvSpPr>
          <p:cNvPr id="14" name="Text 11"/>
          <p:cNvSpPr/>
          <p:nvPr/>
        </p:nvSpPr>
        <p:spPr>
          <a:xfrm>
            <a:off x="4354841" y="3373803"/>
            <a:ext cx="4181940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确保交易请求未被篡改、可验证、可追溯（签名校验与防重放）。</a:t>
            </a:r>
            <a:endParaRPr lang="en-US" sz="942" dirty="0"/>
          </a:p>
        </p:txBody>
      </p:sp>
      <p:sp>
        <p:nvSpPr>
          <p:cNvPr id="15" name="Shape 12"/>
          <p:cNvSpPr/>
          <p:nvPr/>
        </p:nvSpPr>
        <p:spPr>
          <a:xfrm>
            <a:off x="4176247" y="3875289"/>
            <a:ext cx="4539128" cy="821168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3"/>
          <p:cNvSpPr/>
          <p:nvPr/>
        </p:nvSpPr>
        <p:spPr>
          <a:xfrm>
            <a:off x="4176247" y="3875289"/>
            <a:ext cx="42863" cy="821168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4"/>
          <p:cNvSpPr/>
          <p:nvPr/>
        </p:nvSpPr>
        <p:spPr>
          <a:xfrm>
            <a:off x="4354841" y="4053883"/>
            <a:ext cx="418194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0000"/>
                </a:solidFill>
              </a:rPr>
              <a:t>代理交易标识与路由</a:t>
            </a:r>
            <a:endParaRPr lang="en-US" sz="1090" dirty="0"/>
          </a:p>
        </p:txBody>
      </p:sp>
      <p:sp>
        <p:nvSpPr>
          <p:cNvPr id="18" name="Text 15"/>
          <p:cNvSpPr/>
          <p:nvPr/>
        </p:nvSpPr>
        <p:spPr>
          <a:xfrm>
            <a:off x="4354841" y="4337847"/>
            <a:ext cx="4181940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将代理交易作为独立类型进入处理链路，避免与普通交易混跑。</a:t>
            </a:r>
            <a:endParaRPr lang="en-US" sz="942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28625" y="428625"/>
            <a:ext cx="8286750" cy="4357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kern="0" spc="-1" dirty="0">
                <a:solidFill>
                  <a:srgbClr val="000000"/>
                </a:solidFill>
              </a:rPr>
              <a:t>授权与控制层 (Control Layer)</a:t>
            </a:r>
            <a:endParaRPr lang="en-US" sz="2121" dirty="0"/>
          </a:p>
        </p:txBody>
      </p:sp>
      <p:sp>
        <p:nvSpPr>
          <p:cNvPr id="4" name="Text 1"/>
          <p:cNvSpPr/>
          <p:nvPr/>
        </p:nvSpPr>
        <p:spPr>
          <a:xfrm>
            <a:off x="428625" y="935831"/>
            <a:ext cx="8286750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666666"/>
                </a:solidFill>
              </a:rPr>
              <a:t>授权边界、受控凭证与策略校验</a:t>
            </a:r>
            <a:endParaRPr lang="en-US" sz="1269" dirty="0"/>
          </a:p>
        </p:txBody>
      </p:sp>
      <p:sp>
        <p:nvSpPr>
          <p:cNvPr id="5" name="Text 2"/>
          <p:cNvSpPr/>
          <p:nvPr/>
        </p:nvSpPr>
        <p:spPr>
          <a:xfrm>
            <a:off x="357188" y="2594632"/>
            <a:ext cx="3083254" cy="3108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808" b="1" dirty="0" err="1">
                <a:solidFill>
                  <a:srgbClr val="000000"/>
                </a:solidFill>
              </a:rPr>
              <a:t>解决代理支付的</a:t>
            </a:r>
            <a:r>
              <a:rPr lang="en-US" sz="1808" b="1" dirty="0" err="1">
                <a:solidFill>
                  <a:srgbClr val="FF4500"/>
                </a:solidFill>
              </a:rPr>
              <a:t>"可控性</a:t>
            </a:r>
            <a:r>
              <a:rPr lang="en-US" sz="1808" b="1" dirty="0">
                <a:solidFill>
                  <a:srgbClr val="FF4500"/>
                </a:solidFill>
              </a:rPr>
              <a:t>"</a:t>
            </a:r>
            <a:r>
              <a:rPr lang="en-US" sz="1808" b="1" dirty="0">
                <a:solidFill>
                  <a:srgbClr val="000000"/>
                </a:solidFill>
              </a:rPr>
              <a:t> 问题</a:t>
            </a:r>
            <a:endParaRPr lang="en-US" sz="1808" dirty="0"/>
          </a:p>
        </p:txBody>
      </p:sp>
      <p:sp>
        <p:nvSpPr>
          <p:cNvPr id="6" name="Text 3"/>
          <p:cNvSpPr/>
          <p:nvPr/>
        </p:nvSpPr>
        <p:spPr>
          <a:xfrm>
            <a:off x="357188" y="3477555"/>
            <a:ext cx="308325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666666"/>
                </a:solidFill>
              </a:rPr>
              <a:t>如果控制层能力不足，系统只能通过提高拒绝率来保守运行，无法规模化。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161960" y="1785770"/>
            <a:ext cx="4624853" cy="1001185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5"/>
          <p:cNvSpPr/>
          <p:nvPr/>
        </p:nvSpPr>
        <p:spPr>
          <a:xfrm>
            <a:off x="4161960" y="1785770"/>
            <a:ext cx="42863" cy="1001185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4340554" y="1964364"/>
            <a:ext cx="42676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0000"/>
                </a:solidFill>
              </a:rPr>
              <a:t>授权范围校验</a:t>
            </a:r>
            <a:endParaRPr lang="en-US" sz="1090" dirty="0"/>
          </a:p>
        </p:txBody>
      </p:sp>
      <p:sp>
        <p:nvSpPr>
          <p:cNvPr id="10" name="Text 7"/>
          <p:cNvSpPr/>
          <p:nvPr/>
        </p:nvSpPr>
        <p:spPr>
          <a:xfrm>
            <a:off x="4340554" y="2248328"/>
            <a:ext cx="4267665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在执行前校验边界（金额、有效期、商户范围），并返回可解释的拒绝原因。</a:t>
            </a:r>
            <a:endParaRPr lang="en-US" sz="942" dirty="0"/>
          </a:p>
        </p:txBody>
      </p:sp>
      <p:sp>
        <p:nvSpPr>
          <p:cNvPr id="11" name="Shape 8"/>
          <p:cNvSpPr/>
          <p:nvPr/>
        </p:nvSpPr>
        <p:spPr>
          <a:xfrm>
            <a:off x="4161960" y="2929830"/>
            <a:ext cx="4624853" cy="821168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9"/>
          <p:cNvSpPr/>
          <p:nvPr/>
        </p:nvSpPr>
        <p:spPr>
          <a:xfrm>
            <a:off x="4161960" y="2929830"/>
            <a:ext cx="42863" cy="821168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0"/>
          <p:cNvSpPr/>
          <p:nvPr/>
        </p:nvSpPr>
        <p:spPr>
          <a:xfrm>
            <a:off x="4340554" y="3108424"/>
            <a:ext cx="42676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0000"/>
                </a:solidFill>
              </a:rPr>
              <a:t>受控支付凭证 (Tokenization)</a:t>
            </a:r>
            <a:endParaRPr lang="en-US" sz="1090" dirty="0"/>
          </a:p>
        </p:txBody>
      </p:sp>
      <p:sp>
        <p:nvSpPr>
          <p:cNvPr id="14" name="Text 11"/>
          <p:cNvSpPr/>
          <p:nvPr/>
        </p:nvSpPr>
        <p:spPr>
          <a:xfrm>
            <a:off x="4340554" y="3392388"/>
            <a:ext cx="4267665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不暴露敏感信息，提供可限制、可撤销、可追踪的支付凭证。</a:t>
            </a:r>
            <a:endParaRPr lang="en-US" sz="942" dirty="0"/>
          </a:p>
        </p:txBody>
      </p:sp>
      <p:sp>
        <p:nvSpPr>
          <p:cNvPr id="15" name="Shape 12"/>
          <p:cNvSpPr/>
          <p:nvPr/>
        </p:nvSpPr>
        <p:spPr>
          <a:xfrm>
            <a:off x="4161960" y="3893874"/>
            <a:ext cx="4624853" cy="821168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3"/>
          <p:cNvSpPr/>
          <p:nvPr/>
        </p:nvSpPr>
        <p:spPr>
          <a:xfrm>
            <a:off x="4161960" y="3893874"/>
            <a:ext cx="42863" cy="821168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4"/>
          <p:cNvSpPr/>
          <p:nvPr/>
        </p:nvSpPr>
        <p:spPr>
          <a:xfrm>
            <a:off x="4340554" y="4072468"/>
            <a:ext cx="42676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0000"/>
                </a:solidFill>
              </a:rPr>
              <a:t>策略与规则引擎</a:t>
            </a:r>
            <a:endParaRPr lang="en-US" sz="1090" dirty="0"/>
          </a:p>
        </p:txBody>
      </p:sp>
      <p:sp>
        <p:nvSpPr>
          <p:cNvPr id="18" name="Text 15"/>
          <p:cNvSpPr/>
          <p:nvPr/>
        </p:nvSpPr>
        <p:spPr>
          <a:xfrm>
            <a:off x="4340554" y="4356432"/>
            <a:ext cx="4267665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将"可信入口 + 授权边界 + 风险阈值"统一纳入策略控制。</a:t>
            </a:r>
            <a:endParaRPr lang="en-US" sz="942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28625" y="428625"/>
            <a:ext cx="8286750" cy="4357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kern="0" spc="-1" dirty="0">
                <a:solidFill>
                  <a:srgbClr val="000000"/>
                </a:solidFill>
              </a:rPr>
              <a:t>支付执行与运营层 (Execution &amp; Ops Layer)</a:t>
            </a:r>
            <a:endParaRPr lang="en-US" sz="2121" dirty="0"/>
          </a:p>
        </p:txBody>
      </p:sp>
      <p:sp>
        <p:nvSpPr>
          <p:cNvPr id="4" name="Text 1"/>
          <p:cNvSpPr/>
          <p:nvPr/>
        </p:nvSpPr>
        <p:spPr>
          <a:xfrm>
            <a:off x="428625" y="935831"/>
            <a:ext cx="8286750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666666"/>
                </a:solidFill>
              </a:rPr>
              <a:t>编排执行、风险治理、证据链闭环</a:t>
            </a:r>
            <a:endParaRPr lang="en-US" sz="1269" dirty="0"/>
          </a:p>
        </p:txBody>
      </p:sp>
      <p:sp>
        <p:nvSpPr>
          <p:cNvPr id="5" name="Text 2"/>
          <p:cNvSpPr/>
          <p:nvPr/>
        </p:nvSpPr>
        <p:spPr>
          <a:xfrm>
            <a:off x="428625" y="2498917"/>
            <a:ext cx="3280856" cy="6442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808" b="1" dirty="0" err="1">
                <a:solidFill>
                  <a:srgbClr val="000000"/>
                </a:solidFill>
              </a:rPr>
              <a:t>确保交易</a:t>
            </a:r>
            <a:r>
              <a:rPr lang="en-US" sz="1808" b="1" dirty="0" err="1">
                <a:solidFill>
                  <a:srgbClr val="FF4500"/>
                </a:solidFill>
              </a:rPr>
              <a:t>"执行成功</a:t>
            </a:r>
            <a:r>
              <a:rPr lang="en-US" sz="1808" b="1" dirty="0">
                <a:solidFill>
                  <a:srgbClr val="FF4500"/>
                </a:solidFill>
              </a:rPr>
              <a:t>"</a:t>
            </a:r>
            <a:r>
              <a:rPr lang="en-US" sz="1808" b="1" dirty="0">
                <a:solidFill>
                  <a:srgbClr val="000000"/>
                </a:solidFill>
              </a:rPr>
              <a:t> 并
</a:t>
            </a:r>
            <a:r>
              <a:rPr lang="en-US" sz="1808" b="1" dirty="0">
                <a:solidFill>
                  <a:srgbClr val="FF4500"/>
                </a:solidFill>
              </a:rPr>
              <a:t>"有据可查"</a:t>
            </a:r>
            <a:endParaRPr lang="en-US" sz="1808" dirty="0"/>
          </a:p>
        </p:txBody>
      </p:sp>
      <p:sp>
        <p:nvSpPr>
          <p:cNvPr id="6" name="Text 3"/>
          <p:cNvSpPr/>
          <p:nvPr/>
        </p:nvSpPr>
        <p:spPr>
          <a:xfrm>
            <a:off x="428625" y="3716145"/>
            <a:ext cx="302610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666666"/>
                </a:solidFill>
              </a:rPr>
              <a:t>解决多阶段支付的复杂性，并为争议处理提供完整的证据链。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176247" y="1947202"/>
            <a:ext cx="4539128" cy="821168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5"/>
          <p:cNvSpPr/>
          <p:nvPr/>
        </p:nvSpPr>
        <p:spPr>
          <a:xfrm>
            <a:off x="4176247" y="1947202"/>
            <a:ext cx="42863" cy="821168"/>
          </a:xfrm>
          <a:prstGeom prst="rect">
            <a:avLst/>
          </a:prstGeom>
          <a:solidFill>
            <a:srgbClr val="66666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4354841" y="2125796"/>
            <a:ext cx="418194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0000"/>
                </a:solidFill>
              </a:rPr>
              <a:t>支付执行编排</a:t>
            </a:r>
            <a:endParaRPr lang="en-US" sz="1090" dirty="0"/>
          </a:p>
        </p:txBody>
      </p:sp>
      <p:sp>
        <p:nvSpPr>
          <p:cNvPr id="10" name="Text 7"/>
          <p:cNvSpPr/>
          <p:nvPr/>
        </p:nvSpPr>
        <p:spPr>
          <a:xfrm>
            <a:off x="4354841" y="2409760"/>
            <a:ext cx="4181940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处理多阶段流程（授权-捕获）、幂等性控制与自动重试。</a:t>
            </a:r>
            <a:endParaRPr lang="en-US" sz="942" dirty="0"/>
          </a:p>
        </p:txBody>
      </p:sp>
      <p:sp>
        <p:nvSpPr>
          <p:cNvPr id="11" name="Shape 8"/>
          <p:cNvSpPr/>
          <p:nvPr/>
        </p:nvSpPr>
        <p:spPr>
          <a:xfrm>
            <a:off x="4176247" y="2911246"/>
            <a:ext cx="4539128" cy="821168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9"/>
          <p:cNvSpPr/>
          <p:nvPr/>
        </p:nvSpPr>
        <p:spPr>
          <a:xfrm>
            <a:off x="4176247" y="2911246"/>
            <a:ext cx="42863" cy="821168"/>
          </a:xfrm>
          <a:prstGeom prst="rect">
            <a:avLst/>
          </a:prstGeom>
          <a:solidFill>
            <a:srgbClr val="66666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0"/>
          <p:cNvSpPr/>
          <p:nvPr/>
        </p:nvSpPr>
        <p:spPr>
          <a:xfrm>
            <a:off x="4354841" y="3089839"/>
            <a:ext cx="418194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0000"/>
                </a:solidFill>
              </a:rPr>
              <a:t>代理交易风控与成功率治理</a:t>
            </a:r>
            <a:endParaRPr lang="en-US" sz="1090" dirty="0"/>
          </a:p>
        </p:txBody>
      </p:sp>
      <p:sp>
        <p:nvSpPr>
          <p:cNvPr id="14" name="Text 11"/>
          <p:cNvSpPr/>
          <p:nvPr/>
        </p:nvSpPr>
        <p:spPr>
          <a:xfrm>
            <a:off x="4354841" y="3373803"/>
            <a:ext cx="4181940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针对 Agent 流量特征的独立风控策略，优化误拒率。</a:t>
            </a:r>
            <a:endParaRPr lang="en-US" sz="942" dirty="0"/>
          </a:p>
        </p:txBody>
      </p:sp>
      <p:sp>
        <p:nvSpPr>
          <p:cNvPr id="15" name="Shape 12"/>
          <p:cNvSpPr/>
          <p:nvPr/>
        </p:nvSpPr>
        <p:spPr>
          <a:xfrm>
            <a:off x="4176247" y="3875289"/>
            <a:ext cx="4539128" cy="821168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3"/>
          <p:cNvSpPr/>
          <p:nvPr/>
        </p:nvSpPr>
        <p:spPr>
          <a:xfrm>
            <a:off x="4176247" y="3875289"/>
            <a:ext cx="42863" cy="821168"/>
          </a:xfrm>
          <a:prstGeom prst="rect">
            <a:avLst/>
          </a:prstGeom>
          <a:solidFill>
            <a:srgbClr val="66666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4"/>
          <p:cNvSpPr/>
          <p:nvPr/>
        </p:nvSpPr>
        <p:spPr>
          <a:xfrm>
            <a:off x="4354841" y="4053883"/>
            <a:ext cx="418194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0000"/>
                </a:solidFill>
              </a:rPr>
              <a:t>审计与证据链管理</a:t>
            </a:r>
            <a:endParaRPr lang="en-US" sz="1090" dirty="0"/>
          </a:p>
        </p:txBody>
      </p:sp>
      <p:sp>
        <p:nvSpPr>
          <p:cNvPr id="18" name="Text 15"/>
          <p:cNvSpPr/>
          <p:nvPr/>
        </p:nvSpPr>
        <p:spPr>
          <a:xfrm>
            <a:off x="4354841" y="4337847"/>
            <a:ext cx="4181940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记录"谁(Agent)-何时-授权什么-执行结果"，支持可回放审计。</a:t>
            </a:r>
            <a:endParaRPr lang="en-US" sz="942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28625" y="428625"/>
            <a:ext cx="8286750" cy="4357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kern="0" spc="-1" dirty="0">
                <a:solidFill>
                  <a:srgbClr val="000000"/>
                </a:solidFill>
              </a:rPr>
              <a:t>端到端业务流程（1/3）</a:t>
            </a:r>
            <a:endParaRPr lang="en-US" sz="2121" dirty="0"/>
          </a:p>
        </p:txBody>
      </p:sp>
      <p:sp>
        <p:nvSpPr>
          <p:cNvPr id="4" name="Text 1"/>
          <p:cNvSpPr/>
          <p:nvPr/>
        </p:nvSpPr>
        <p:spPr>
          <a:xfrm>
            <a:off x="428625" y="935831"/>
            <a:ext cx="8286750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666666"/>
                </a:solidFill>
              </a:rPr>
              <a:t>Phase 1: 请求发起与校验</a:t>
            </a:r>
            <a:endParaRPr lang="en-US" sz="1269" dirty="0"/>
          </a:p>
        </p:txBody>
      </p:sp>
      <p:sp>
        <p:nvSpPr>
          <p:cNvPr id="5" name="Shape 2"/>
          <p:cNvSpPr/>
          <p:nvPr/>
        </p:nvSpPr>
        <p:spPr>
          <a:xfrm>
            <a:off x="857250" y="2157413"/>
            <a:ext cx="428625" cy="428625"/>
          </a:xfrm>
          <a:prstGeom prst="ellips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857250" y="2157413"/>
            <a:ext cx="4286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01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1571625" y="2228850"/>
            <a:ext cx="6715125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</a:rPr>
              <a:t>Agent 发起支付请求</a:t>
            </a:r>
            <a:endParaRPr lang="en-US" sz="1193" dirty="0"/>
          </a:p>
        </p:txBody>
      </p:sp>
      <p:sp>
        <p:nvSpPr>
          <p:cNvPr id="8" name="Text 5"/>
          <p:cNvSpPr/>
          <p:nvPr/>
        </p:nvSpPr>
        <p:spPr>
          <a:xfrm>
            <a:off x="1571625" y="2550319"/>
            <a:ext cx="671512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666666"/>
                </a:solidFill>
              </a:rPr>
              <a:t>Agent 提交包含订单摘要、用户标识、Agent 标识及授权凭证的请求。</a:t>
            </a:r>
            <a:endParaRPr lang="en-US" sz="942" dirty="0"/>
          </a:p>
        </p:txBody>
      </p:sp>
      <p:sp>
        <p:nvSpPr>
          <p:cNvPr id="9" name="Shape 6"/>
          <p:cNvSpPr/>
          <p:nvPr/>
        </p:nvSpPr>
        <p:spPr>
          <a:xfrm>
            <a:off x="1071563" y="2657475"/>
            <a:ext cx="14288" cy="300038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7"/>
          <p:cNvSpPr/>
          <p:nvPr/>
        </p:nvSpPr>
        <p:spPr>
          <a:xfrm>
            <a:off x="857250" y="3028950"/>
            <a:ext cx="428625" cy="428625"/>
          </a:xfrm>
          <a:prstGeom prst="ellips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8"/>
          <p:cNvSpPr/>
          <p:nvPr/>
        </p:nvSpPr>
        <p:spPr>
          <a:xfrm>
            <a:off x="857250" y="3028950"/>
            <a:ext cx="4286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02</a:t>
            </a:r>
            <a:endParaRPr lang="en-US" sz="1193" dirty="0"/>
          </a:p>
        </p:txBody>
      </p:sp>
      <p:sp>
        <p:nvSpPr>
          <p:cNvPr id="12" name="Text 9"/>
          <p:cNvSpPr/>
          <p:nvPr/>
        </p:nvSpPr>
        <p:spPr>
          <a:xfrm>
            <a:off x="1571625" y="3100388"/>
            <a:ext cx="6715125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</a:rPr>
              <a:t>Agent 身份校验与请求完整性验证</a:t>
            </a:r>
            <a:endParaRPr lang="en-US" sz="1193" dirty="0"/>
          </a:p>
        </p:txBody>
      </p:sp>
      <p:sp>
        <p:nvSpPr>
          <p:cNvPr id="13" name="Text 10"/>
          <p:cNvSpPr/>
          <p:nvPr/>
        </p:nvSpPr>
        <p:spPr>
          <a:xfrm>
            <a:off x="1571625" y="3421856"/>
            <a:ext cx="671512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666666"/>
                </a:solidFill>
              </a:rPr>
              <a:t>PSP 验证请求来源是否为注册的可信 Agent，并校验请求签名防止篡改。</a:t>
            </a:r>
            <a:endParaRPr lang="en-US" sz="942" dirty="0"/>
          </a:p>
        </p:txBody>
      </p:sp>
      <p:sp>
        <p:nvSpPr>
          <p:cNvPr id="14" name="Shape 11"/>
          <p:cNvSpPr/>
          <p:nvPr/>
        </p:nvSpPr>
        <p:spPr>
          <a:xfrm>
            <a:off x="1071563" y="3529013"/>
            <a:ext cx="14288" cy="300038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2"/>
          <p:cNvSpPr/>
          <p:nvPr/>
        </p:nvSpPr>
        <p:spPr>
          <a:xfrm>
            <a:off x="857250" y="3900488"/>
            <a:ext cx="428625" cy="428625"/>
          </a:xfrm>
          <a:prstGeom prst="ellips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3"/>
          <p:cNvSpPr/>
          <p:nvPr/>
        </p:nvSpPr>
        <p:spPr>
          <a:xfrm>
            <a:off x="857250" y="3900488"/>
            <a:ext cx="4286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03</a:t>
            </a:r>
            <a:endParaRPr lang="en-US" sz="1193" dirty="0"/>
          </a:p>
        </p:txBody>
      </p:sp>
      <p:sp>
        <p:nvSpPr>
          <p:cNvPr id="17" name="Text 14"/>
          <p:cNvSpPr/>
          <p:nvPr/>
        </p:nvSpPr>
        <p:spPr>
          <a:xfrm>
            <a:off x="1571625" y="3971925"/>
            <a:ext cx="6715125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</a:rPr>
              <a:t>协议解析</a:t>
            </a:r>
            <a:endParaRPr lang="en-US" sz="1193" dirty="0"/>
          </a:p>
        </p:txBody>
      </p:sp>
      <p:sp>
        <p:nvSpPr>
          <p:cNvPr id="18" name="Text 15"/>
          <p:cNvSpPr/>
          <p:nvPr/>
        </p:nvSpPr>
        <p:spPr>
          <a:xfrm>
            <a:off x="1571625" y="4293394"/>
            <a:ext cx="671512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666666"/>
                </a:solidFill>
              </a:rPr>
              <a:t>将不同来源（如 AP2, ACP）的请求映射为 PSP 内部统一的交易模型。</a:t>
            </a:r>
            <a:endParaRPr lang="en-US" sz="942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28625" y="428625"/>
            <a:ext cx="8286750" cy="4357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kern="0" spc="-1" dirty="0">
                <a:solidFill>
                  <a:srgbClr val="000000"/>
                </a:solidFill>
              </a:rPr>
              <a:t>端到端业务流程（2/3）</a:t>
            </a:r>
            <a:endParaRPr lang="en-US" sz="2121" dirty="0"/>
          </a:p>
        </p:txBody>
      </p:sp>
      <p:sp>
        <p:nvSpPr>
          <p:cNvPr id="4" name="Text 1"/>
          <p:cNvSpPr/>
          <p:nvPr/>
        </p:nvSpPr>
        <p:spPr>
          <a:xfrm>
            <a:off x="428625" y="935831"/>
            <a:ext cx="8286750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666666"/>
                </a:solidFill>
              </a:rPr>
              <a:t>Phase 2: 授权校验与支付执行</a:t>
            </a:r>
            <a:endParaRPr lang="en-US" sz="1269" dirty="0"/>
          </a:p>
        </p:txBody>
      </p:sp>
      <p:sp>
        <p:nvSpPr>
          <p:cNvPr id="5" name="Shape 2"/>
          <p:cNvSpPr/>
          <p:nvPr/>
        </p:nvSpPr>
        <p:spPr>
          <a:xfrm>
            <a:off x="857250" y="1883104"/>
            <a:ext cx="428625" cy="428625"/>
          </a:xfrm>
          <a:prstGeom prst="ellipse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857250" y="1883104"/>
            <a:ext cx="4286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04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1571625" y="1954541"/>
            <a:ext cx="6715125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</a:rPr>
              <a:t>授权/委托校验</a:t>
            </a:r>
            <a:endParaRPr lang="en-US" sz="1193" dirty="0"/>
          </a:p>
        </p:txBody>
      </p:sp>
      <p:sp>
        <p:nvSpPr>
          <p:cNvPr id="8" name="Text 5"/>
          <p:cNvSpPr/>
          <p:nvPr/>
        </p:nvSpPr>
        <p:spPr>
          <a:xfrm>
            <a:off x="1571625" y="2261722"/>
            <a:ext cx="6715125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666666"/>
                </a:solidFill>
              </a:rPr>
              <a:t>检查交易是否超出用户授权范围（金额、商户、品类）。若超出，返回明确拒绝原因。</a:t>
            </a:r>
            <a:endParaRPr lang="en-US" sz="942" dirty="0"/>
          </a:p>
        </p:txBody>
      </p:sp>
      <p:sp>
        <p:nvSpPr>
          <p:cNvPr id="9" name="Shape 6"/>
          <p:cNvSpPr/>
          <p:nvPr/>
        </p:nvSpPr>
        <p:spPr>
          <a:xfrm>
            <a:off x="1071563" y="2311729"/>
            <a:ext cx="14288" cy="272858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7"/>
          <p:cNvSpPr/>
          <p:nvPr/>
        </p:nvSpPr>
        <p:spPr>
          <a:xfrm>
            <a:off x="857250" y="2656052"/>
            <a:ext cx="428625" cy="428625"/>
          </a:xfrm>
          <a:prstGeom prst="ellipse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8"/>
          <p:cNvSpPr/>
          <p:nvPr/>
        </p:nvSpPr>
        <p:spPr>
          <a:xfrm>
            <a:off x="857250" y="2656052"/>
            <a:ext cx="4286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05</a:t>
            </a:r>
            <a:endParaRPr lang="en-US" sz="1193" dirty="0"/>
          </a:p>
        </p:txBody>
      </p:sp>
      <p:sp>
        <p:nvSpPr>
          <p:cNvPr id="12" name="Text 9"/>
          <p:cNvSpPr/>
          <p:nvPr/>
        </p:nvSpPr>
        <p:spPr>
          <a:xfrm>
            <a:off x="1571625" y="2727489"/>
            <a:ext cx="6715125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</a:rPr>
              <a:t>生成受控支付凭证</a:t>
            </a:r>
            <a:endParaRPr lang="en-US" sz="1193" dirty="0"/>
          </a:p>
        </p:txBody>
      </p:sp>
      <p:sp>
        <p:nvSpPr>
          <p:cNvPr id="13" name="Text 10"/>
          <p:cNvSpPr/>
          <p:nvPr/>
        </p:nvSpPr>
        <p:spPr>
          <a:xfrm>
            <a:off x="1571625" y="3034671"/>
            <a:ext cx="6715125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666666"/>
                </a:solidFill>
              </a:rPr>
              <a:t>将原始支付信息转化为受限 Token，确保凭证仅在本次交易有效。</a:t>
            </a:r>
            <a:endParaRPr lang="en-US" sz="942" dirty="0"/>
          </a:p>
        </p:txBody>
      </p:sp>
      <p:sp>
        <p:nvSpPr>
          <p:cNvPr id="14" name="Shape 11"/>
          <p:cNvSpPr/>
          <p:nvPr/>
        </p:nvSpPr>
        <p:spPr>
          <a:xfrm>
            <a:off x="1071563" y="3084677"/>
            <a:ext cx="14288" cy="272858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2"/>
          <p:cNvSpPr/>
          <p:nvPr/>
        </p:nvSpPr>
        <p:spPr>
          <a:xfrm>
            <a:off x="857250" y="3429000"/>
            <a:ext cx="428625" cy="428625"/>
          </a:xfrm>
          <a:prstGeom prst="ellipse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3"/>
          <p:cNvSpPr/>
          <p:nvPr/>
        </p:nvSpPr>
        <p:spPr>
          <a:xfrm>
            <a:off x="857250" y="3429000"/>
            <a:ext cx="4286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06</a:t>
            </a:r>
            <a:endParaRPr lang="en-US" sz="1193" dirty="0"/>
          </a:p>
        </p:txBody>
      </p:sp>
      <p:sp>
        <p:nvSpPr>
          <p:cNvPr id="17" name="Text 14"/>
          <p:cNvSpPr/>
          <p:nvPr/>
        </p:nvSpPr>
        <p:spPr>
          <a:xfrm>
            <a:off x="1571625" y="3500438"/>
            <a:ext cx="6715125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</a:rPr>
              <a:t>交易风控与分级控制</a:t>
            </a:r>
            <a:endParaRPr lang="en-US" sz="1193" dirty="0"/>
          </a:p>
        </p:txBody>
      </p:sp>
      <p:sp>
        <p:nvSpPr>
          <p:cNvPr id="18" name="Text 15"/>
          <p:cNvSpPr/>
          <p:nvPr/>
        </p:nvSpPr>
        <p:spPr>
          <a:xfrm>
            <a:off x="1571625" y="3807619"/>
            <a:ext cx="6715125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666666"/>
                </a:solidFill>
              </a:rPr>
              <a:t>基于 Agent 信誉分和交易特征进行风险评估，决定放行、挑战或拒绝。</a:t>
            </a:r>
            <a:endParaRPr lang="en-US" sz="942" dirty="0"/>
          </a:p>
        </p:txBody>
      </p:sp>
      <p:sp>
        <p:nvSpPr>
          <p:cNvPr id="19" name="Shape 16"/>
          <p:cNvSpPr/>
          <p:nvPr/>
        </p:nvSpPr>
        <p:spPr>
          <a:xfrm>
            <a:off x="1071563" y="3857625"/>
            <a:ext cx="14288" cy="272858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7"/>
          <p:cNvSpPr/>
          <p:nvPr/>
        </p:nvSpPr>
        <p:spPr>
          <a:xfrm>
            <a:off x="857250" y="4201948"/>
            <a:ext cx="428625" cy="428625"/>
          </a:xfrm>
          <a:prstGeom prst="ellipse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8"/>
          <p:cNvSpPr/>
          <p:nvPr/>
        </p:nvSpPr>
        <p:spPr>
          <a:xfrm>
            <a:off x="857250" y="4201948"/>
            <a:ext cx="4286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07</a:t>
            </a:r>
            <a:endParaRPr lang="en-US" sz="1193" dirty="0"/>
          </a:p>
        </p:txBody>
      </p:sp>
      <p:sp>
        <p:nvSpPr>
          <p:cNvPr id="22" name="Text 19"/>
          <p:cNvSpPr/>
          <p:nvPr/>
        </p:nvSpPr>
        <p:spPr>
          <a:xfrm>
            <a:off x="1571625" y="4273386"/>
            <a:ext cx="6715125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</a:rPr>
              <a:t>支付执行与路由</a:t>
            </a:r>
            <a:endParaRPr lang="en-US" sz="1193" dirty="0"/>
          </a:p>
        </p:txBody>
      </p:sp>
      <p:sp>
        <p:nvSpPr>
          <p:cNvPr id="23" name="Text 20"/>
          <p:cNvSpPr/>
          <p:nvPr/>
        </p:nvSpPr>
        <p:spPr>
          <a:xfrm>
            <a:off x="1571625" y="4580567"/>
            <a:ext cx="6715125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666666"/>
                </a:solidFill>
              </a:rPr>
              <a:t>向收单行/卡组织发起扣款请求，处理 3DS 验证（如需）。</a:t>
            </a:r>
            <a:endParaRPr lang="en-US" sz="942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28625" y="428625"/>
            <a:ext cx="8286750" cy="4357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kern="0" spc="-1" dirty="0">
                <a:solidFill>
                  <a:srgbClr val="000000"/>
                </a:solidFill>
              </a:rPr>
              <a:t>端到端业务流程（3/3）</a:t>
            </a:r>
            <a:endParaRPr lang="en-US" sz="2121" dirty="0"/>
          </a:p>
        </p:txBody>
      </p:sp>
      <p:sp>
        <p:nvSpPr>
          <p:cNvPr id="4" name="Text 1"/>
          <p:cNvSpPr/>
          <p:nvPr/>
        </p:nvSpPr>
        <p:spPr>
          <a:xfrm>
            <a:off x="428625" y="935831"/>
            <a:ext cx="8286750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666666"/>
                </a:solidFill>
              </a:rPr>
              <a:t>Phase 3: 状态同步与证据链管理</a:t>
            </a:r>
            <a:endParaRPr lang="en-US" sz="1269" dirty="0"/>
          </a:p>
        </p:txBody>
      </p:sp>
      <p:sp>
        <p:nvSpPr>
          <p:cNvPr id="5" name="Shape 2"/>
          <p:cNvSpPr/>
          <p:nvPr/>
        </p:nvSpPr>
        <p:spPr>
          <a:xfrm>
            <a:off x="857250" y="2157413"/>
            <a:ext cx="428625" cy="428625"/>
          </a:xfrm>
          <a:prstGeom prst="ellipse">
            <a:avLst/>
          </a:prstGeom>
          <a:solidFill>
            <a:srgbClr val="66666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857250" y="2157413"/>
            <a:ext cx="4286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08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1571625" y="2228850"/>
            <a:ext cx="6715125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</a:rPr>
              <a:t>交易状态回传与结果同步</a:t>
            </a:r>
            <a:endParaRPr lang="en-US" sz="1193" dirty="0"/>
          </a:p>
        </p:txBody>
      </p:sp>
      <p:sp>
        <p:nvSpPr>
          <p:cNvPr id="8" name="Text 5"/>
          <p:cNvSpPr/>
          <p:nvPr/>
        </p:nvSpPr>
        <p:spPr>
          <a:xfrm>
            <a:off x="1571625" y="2550319"/>
            <a:ext cx="671512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666666"/>
                </a:solidFill>
              </a:rPr>
              <a:t>将支付结果（成功/失败/待处理）实时同步给 Agent，以便其完成后续交互。</a:t>
            </a:r>
            <a:endParaRPr lang="en-US" sz="942" dirty="0"/>
          </a:p>
        </p:txBody>
      </p:sp>
      <p:sp>
        <p:nvSpPr>
          <p:cNvPr id="9" name="Shape 6"/>
          <p:cNvSpPr/>
          <p:nvPr/>
        </p:nvSpPr>
        <p:spPr>
          <a:xfrm>
            <a:off x="1071563" y="2657475"/>
            <a:ext cx="14288" cy="300038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7"/>
          <p:cNvSpPr/>
          <p:nvPr/>
        </p:nvSpPr>
        <p:spPr>
          <a:xfrm>
            <a:off x="857250" y="3028950"/>
            <a:ext cx="428625" cy="428625"/>
          </a:xfrm>
          <a:prstGeom prst="ellipse">
            <a:avLst/>
          </a:prstGeom>
          <a:solidFill>
            <a:srgbClr val="66666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8"/>
          <p:cNvSpPr/>
          <p:nvPr/>
        </p:nvSpPr>
        <p:spPr>
          <a:xfrm>
            <a:off x="857250" y="3028950"/>
            <a:ext cx="4286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09</a:t>
            </a:r>
            <a:endParaRPr lang="en-US" sz="1193" dirty="0"/>
          </a:p>
        </p:txBody>
      </p:sp>
      <p:sp>
        <p:nvSpPr>
          <p:cNvPr id="12" name="Text 9"/>
          <p:cNvSpPr/>
          <p:nvPr/>
        </p:nvSpPr>
        <p:spPr>
          <a:xfrm>
            <a:off x="1571625" y="3100388"/>
            <a:ext cx="6715125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</a:rPr>
              <a:t>生成证据链与审计记录</a:t>
            </a:r>
            <a:endParaRPr lang="en-US" sz="1193" dirty="0"/>
          </a:p>
        </p:txBody>
      </p:sp>
      <p:sp>
        <p:nvSpPr>
          <p:cNvPr id="13" name="Text 10"/>
          <p:cNvSpPr/>
          <p:nvPr/>
        </p:nvSpPr>
        <p:spPr>
          <a:xfrm>
            <a:off x="1571625" y="3421856"/>
            <a:ext cx="671512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666666"/>
                </a:solidFill>
              </a:rPr>
              <a:t>归档所有交互日志、授权凭证和执行结果，形成不可篡改的审计记录。</a:t>
            </a:r>
            <a:endParaRPr lang="en-US" sz="942" dirty="0"/>
          </a:p>
        </p:txBody>
      </p:sp>
      <p:sp>
        <p:nvSpPr>
          <p:cNvPr id="14" name="Shape 11"/>
          <p:cNvSpPr/>
          <p:nvPr/>
        </p:nvSpPr>
        <p:spPr>
          <a:xfrm>
            <a:off x="1071563" y="3529013"/>
            <a:ext cx="14288" cy="300038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2"/>
          <p:cNvSpPr/>
          <p:nvPr/>
        </p:nvSpPr>
        <p:spPr>
          <a:xfrm>
            <a:off x="857250" y="3900488"/>
            <a:ext cx="428625" cy="428625"/>
          </a:xfrm>
          <a:prstGeom prst="ellipse">
            <a:avLst/>
          </a:prstGeom>
          <a:solidFill>
            <a:srgbClr val="66666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3"/>
          <p:cNvSpPr/>
          <p:nvPr/>
        </p:nvSpPr>
        <p:spPr>
          <a:xfrm>
            <a:off x="857250" y="3900488"/>
            <a:ext cx="4286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10</a:t>
            </a:r>
            <a:endParaRPr lang="en-US" sz="1193" dirty="0"/>
          </a:p>
        </p:txBody>
      </p:sp>
      <p:sp>
        <p:nvSpPr>
          <p:cNvPr id="17" name="Text 14"/>
          <p:cNvSpPr/>
          <p:nvPr/>
        </p:nvSpPr>
        <p:spPr>
          <a:xfrm>
            <a:off x="1571625" y="3971925"/>
            <a:ext cx="6715125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</a:rPr>
              <a:t>后处理</a:t>
            </a:r>
            <a:endParaRPr lang="en-US" sz="1193" dirty="0"/>
          </a:p>
        </p:txBody>
      </p:sp>
      <p:sp>
        <p:nvSpPr>
          <p:cNvPr id="18" name="Text 15"/>
          <p:cNvSpPr/>
          <p:nvPr/>
        </p:nvSpPr>
        <p:spPr>
          <a:xfrm>
            <a:off x="1571625" y="4293394"/>
            <a:ext cx="671512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666666"/>
                </a:solidFill>
              </a:rPr>
              <a:t>处理退款、取消请求，并在发生争议时提供证据支持。</a:t>
            </a:r>
            <a:endParaRPr lang="en-US" sz="942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5355569" cy="3406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kern="0" spc="-1" dirty="0">
                <a:solidFill>
                  <a:srgbClr val="000000"/>
                </a:solidFill>
              </a:rPr>
              <a:t>D</a:t>
            </a:r>
            <a:r>
              <a:rPr lang="en-US" altLang="zh-CN" sz="2121" b="1" kern="0" spc="-1" dirty="0">
                <a:solidFill>
                  <a:srgbClr val="000000"/>
                </a:solidFill>
              </a:rPr>
              <a:t>raft</a:t>
            </a:r>
            <a:r>
              <a:rPr lang="zh-CN" altLang="en-US" sz="2121" b="1" kern="0" spc="-1" dirty="0">
                <a:solidFill>
                  <a:srgbClr val="000000"/>
                </a:solidFill>
              </a:rPr>
              <a:t>：草稿    </a:t>
            </a:r>
            <a:r>
              <a:rPr lang="en-US" sz="2121" b="1" kern="0" spc="-1" dirty="0">
                <a:solidFill>
                  <a:srgbClr val="000000"/>
                </a:solidFill>
              </a:rPr>
              <a:t>AWS Reference Architecture</a:t>
            </a:r>
            <a:endParaRPr lang="en-US" sz="2121" dirty="0"/>
          </a:p>
        </p:txBody>
      </p:sp>
      <p:sp>
        <p:nvSpPr>
          <p:cNvPr id="4" name="Text 1"/>
          <p:cNvSpPr/>
          <p:nvPr/>
        </p:nvSpPr>
        <p:spPr>
          <a:xfrm>
            <a:off x="428625" y="909042"/>
            <a:ext cx="8286750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666666"/>
                </a:solidFill>
              </a:rPr>
              <a:t>技术实现建议与关键能力点</a:t>
            </a:r>
            <a:endParaRPr lang="en-US" sz="1269" dirty="0"/>
          </a:p>
        </p:txBody>
      </p:sp>
      <p:sp>
        <p:nvSpPr>
          <p:cNvPr id="5" name="Shape 2"/>
          <p:cNvSpPr/>
          <p:nvPr/>
        </p:nvSpPr>
        <p:spPr>
          <a:xfrm>
            <a:off x="214313" y="1544836"/>
            <a:ext cx="3571875" cy="338435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357188" y="1687711"/>
            <a:ext cx="328612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</a:rPr>
              <a:t>Key AWS Services</a:t>
            </a:r>
            <a:endParaRPr lang="en-US" sz="1193" dirty="0"/>
          </a:p>
        </p:txBody>
      </p:sp>
      <p:sp>
        <p:nvSpPr>
          <p:cNvPr id="7" name="Shape 4"/>
          <p:cNvSpPr/>
          <p:nvPr/>
        </p:nvSpPr>
        <p:spPr>
          <a:xfrm>
            <a:off x="357188" y="2078831"/>
            <a:ext cx="3286125" cy="28932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5"/>
          <p:cNvSpPr/>
          <p:nvPr/>
        </p:nvSpPr>
        <p:spPr>
          <a:xfrm>
            <a:off x="357188" y="2078831"/>
            <a:ext cx="28575" cy="289322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357188" y="2078831"/>
            <a:ext cx="3286125" cy="289322"/>
          </a:xfrm>
          <a:prstGeom prst="rect">
            <a:avLst/>
          </a:prstGeom>
          <a:noFill/>
          <a:ln/>
        </p:spPr>
        <p:txBody>
          <a:bodyPr wrap="square" lIns="170053" tIns="68072" rIns="170053" bIns="68072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0000"/>
                </a:solidFill>
              </a:rPr>
              <a:t>AWS WAF &amp; Shield</a:t>
            </a:r>
            <a:endParaRPr lang="en-US" sz="885" dirty="0"/>
          </a:p>
        </p:txBody>
      </p:sp>
      <p:sp>
        <p:nvSpPr>
          <p:cNvPr id="10" name="Shape 7"/>
          <p:cNvSpPr/>
          <p:nvPr/>
        </p:nvSpPr>
        <p:spPr>
          <a:xfrm>
            <a:off x="357188" y="2453878"/>
            <a:ext cx="3286125" cy="28932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8"/>
          <p:cNvSpPr/>
          <p:nvPr/>
        </p:nvSpPr>
        <p:spPr>
          <a:xfrm>
            <a:off x="357188" y="2453878"/>
            <a:ext cx="28575" cy="289322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9"/>
          <p:cNvSpPr/>
          <p:nvPr/>
        </p:nvSpPr>
        <p:spPr>
          <a:xfrm>
            <a:off x="357188" y="2453878"/>
            <a:ext cx="3286125" cy="289322"/>
          </a:xfrm>
          <a:prstGeom prst="rect">
            <a:avLst/>
          </a:prstGeom>
          <a:noFill/>
          <a:ln/>
        </p:spPr>
        <p:txBody>
          <a:bodyPr wrap="square" lIns="170053" tIns="68072" rIns="170053" bIns="68072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0000"/>
                </a:solidFill>
              </a:rPr>
              <a:t>Amazon API Gateway</a:t>
            </a:r>
            <a:endParaRPr lang="en-US" sz="885" dirty="0"/>
          </a:p>
        </p:txBody>
      </p:sp>
      <p:sp>
        <p:nvSpPr>
          <p:cNvPr id="13" name="Shape 10"/>
          <p:cNvSpPr/>
          <p:nvPr/>
        </p:nvSpPr>
        <p:spPr>
          <a:xfrm>
            <a:off x="357188" y="2828925"/>
            <a:ext cx="3286125" cy="28932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1"/>
          <p:cNvSpPr/>
          <p:nvPr/>
        </p:nvSpPr>
        <p:spPr>
          <a:xfrm>
            <a:off x="357188" y="2828925"/>
            <a:ext cx="28575" cy="289322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2"/>
          <p:cNvSpPr/>
          <p:nvPr/>
        </p:nvSpPr>
        <p:spPr>
          <a:xfrm>
            <a:off x="357188" y="2828925"/>
            <a:ext cx="3286125" cy="289322"/>
          </a:xfrm>
          <a:prstGeom prst="rect">
            <a:avLst/>
          </a:prstGeom>
          <a:noFill/>
          <a:ln/>
        </p:spPr>
        <p:txBody>
          <a:bodyPr wrap="square" lIns="170053" tIns="68072" rIns="170053" bIns="68072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0000"/>
                </a:solidFill>
              </a:rPr>
              <a:t>AWS Lambda</a:t>
            </a:r>
            <a:endParaRPr lang="en-US" sz="885" dirty="0"/>
          </a:p>
        </p:txBody>
      </p:sp>
      <p:sp>
        <p:nvSpPr>
          <p:cNvPr id="16" name="Shape 13"/>
          <p:cNvSpPr/>
          <p:nvPr/>
        </p:nvSpPr>
        <p:spPr>
          <a:xfrm>
            <a:off x="357188" y="3203972"/>
            <a:ext cx="3286125" cy="28932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4"/>
          <p:cNvSpPr/>
          <p:nvPr/>
        </p:nvSpPr>
        <p:spPr>
          <a:xfrm>
            <a:off x="357188" y="3203972"/>
            <a:ext cx="28575" cy="289322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5"/>
          <p:cNvSpPr/>
          <p:nvPr/>
        </p:nvSpPr>
        <p:spPr>
          <a:xfrm>
            <a:off x="357188" y="3203972"/>
            <a:ext cx="3286125" cy="289322"/>
          </a:xfrm>
          <a:prstGeom prst="rect">
            <a:avLst/>
          </a:prstGeom>
          <a:noFill/>
          <a:ln/>
        </p:spPr>
        <p:txBody>
          <a:bodyPr wrap="square" lIns="170053" tIns="68072" rIns="170053" bIns="68072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0000"/>
                </a:solidFill>
              </a:rPr>
              <a:t>AWS Step Functions</a:t>
            </a:r>
            <a:endParaRPr lang="en-US" sz="885" dirty="0"/>
          </a:p>
        </p:txBody>
      </p:sp>
      <p:sp>
        <p:nvSpPr>
          <p:cNvPr id="19" name="Shape 16"/>
          <p:cNvSpPr/>
          <p:nvPr/>
        </p:nvSpPr>
        <p:spPr>
          <a:xfrm>
            <a:off x="357188" y="3579019"/>
            <a:ext cx="3286125" cy="28932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7"/>
          <p:cNvSpPr/>
          <p:nvPr/>
        </p:nvSpPr>
        <p:spPr>
          <a:xfrm>
            <a:off x="357188" y="3579019"/>
            <a:ext cx="28575" cy="289322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8"/>
          <p:cNvSpPr/>
          <p:nvPr/>
        </p:nvSpPr>
        <p:spPr>
          <a:xfrm>
            <a:off x="357188" y="3579019"/>
            <a:ext cx="3286125" cy="289322"/>
          </a:xfrm>
          <a:prstGeom prst="rect">
            <a:avLst/>
          </a:prstGeom>
          <a:noFill/>
          <a:ln/>
        </p:spPr>
        <p:txBody>
          <a:bodyPr wrap="square" lIns="170053" tIns="68072" rIns="170053" bIns="68072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0000"/>
                </a:solidFill>
              </a:rPr>
              <a:t>Amazon DynamoDB</a:t>
            </a:r>
            <a:endParaRPr lang="en-US" sz="885" dirty="0"/>
          </a:p>
        </p:txBody>
      </p:sp>
      <p:sp>
        <p:nvSpPr>
          <p:cNvPr id="22" name="Shape 19"/>
          <p:cNvSpPr/>
          <p:nvPr/>
        </p:nvSpPr>
        <p:spPr>
          <a:xfrm>
            <a:off x="357188" y="3954066"/>
            <a:ext cx="3286125" cy="28932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0"/>
          <p:cNvSpPr/>
          <p:nvPr/>
        </p:nvSpPr>
        <p:spPr>
          <a:xfrm>
            <a:off x="357188" y="3954066"/>
            <a:ext cx="28575" cy="289322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1"/>
          <p:cNvSpPr/>
          <p:nvPr/>
        </p:nvSpPr>
        <p:spPr>
          <a:xfrm>
            <a:off x="357188" y="3954066"/>
            <a:ext cx="3286125" cy="289322"/>
          </a:xfrm>
          <a:prstGeom prst="rect">
            <a:avLst/>
          </a:prstGeom>
          <a:noFill/>
          <a:ln/>
        </p:spPr>
        <p:txBody>
          <a:bodyPr wrap="square" lIns="170053" tIns="68072" rIns="170053" bIns="68072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0000"/>
                </a:solidFill>
              </a:rPr>
              <a:t>AWS KMS</a:t>
            </a:r>
            <a:endParaRPr lang="en-US" sz="885" dirty="0"/>
          </a:p>
        </p:txBody>
      </p:sp>
      <p:sp>
        <p:nvSpPr>
          <p:cNvPr id="25" name="Shape 22"/>
          <p:cNvSpPr/>
          <p:nvPr/>
        </p:nvSpPr>
        <p:spPr>
          <a:xfrm>
            <a:off x="4114800" y="1684139"/>
            <a:ext cx="237892" cy="144661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3"/>
          <p:cNvSpPr/>
          <p:nvPr/>
        </p:nvSpPr>
        <p:spPr>
          <a:xfrm>
            <a:off x="4114800" y="1684139"/>
            <a:ext cx="237892" cy="144661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SEC</a:t>
            </a:r>
            <a:endParaRPr lang="en-US" sz="584" dirty="0"/>
          </a:p>
        </p:txBody>
      </p:sp>
      <p:sp>
        <p:nvSpPr>
          <p:cNvPr id="27" name="Text 24"/>
          <p:cNvSpPr/>
          <p:nvPr/>
        </p:nvSpPr>
        <p:spPr>
          <a:xfrm>
            <a:off x="4424130" y="1659136"/>
            <a:ext cx="237387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0000"/>
                </a:solidFill>
              </a:rPr>
              <a:t>Web Bot Auth + HTTP Signatures</a:t>
            </a:r>
            <a:endParaRPr lang="en-US" sz="987" dirty="0"/>
          </a:p>
        </p:txBody>
      </p:sp>
      <p:sp>
        <p:nvSpPr>
          <p:cNvPr id="28" name="Text 25"/>
          <p:cNvSpPr/>
          <p:nvPr/>
        </p:nvSpPr>
        <p:spPr>
          <a:xfrm>
            <a:off x="4114800" y="1925241"/>
            <a:ext cx="4700588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666666"/>
                </a:solidFill>
              </a:rPr>
              <a:t>利用 WAF 识别 Bot 流量，结合 API Gateway 进行签名校验，确保 Agent 接入可信。</a:t>
            </a:r>
            <a:endParaRPr lang="en-US" sz="942" dirty="0"/>
          </a:p>
        </p:txBody>
      </p:sp>
      <p:sp>
        <p:nvSpPr>
          <p:cNvPr id="29" name="Shape 26"/>
          <p:cNvSpPr/>
          <p:nvPr/>
        </p:nvSpPr>
        <p:spPr>
          <a:xfrm>
            <a:off x="4114800" y="2681753"/>
            <a:ext cx="310083" cy="144661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7"/>
          <p:cNvSpPr/>
          <p:nvPr/>
        </p:nvSpPr>
        <p:spPr>
          <a:xfrm>
            <a:off x="4114800" y="2681753"/>
            <a:ext cx="310083" cy="144661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DATA</a:t>
            </a:r>
            <a:endParaRPr lang="en-US" sz="584" dirty="0"/>
          </a:p>
        </p:txBody>
      </p:sp>
      <p:sp>
        <p:nvSpPr>
          <p:cNvPr id="31" name="Text 28"/>
          <p:cNvSpPr/>
          <p:nvPr/>
        </p:nvSpPr>
        <p:spPr>
          <a:xfrm>
            <a:off x="4496321" y="2656749"/>
            <a:ext cx="2666209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0000"/>
                </a:solidFill>
              </a:rPr>
              <a:t>Tokenization / Controlled Credential</a:t>
            </a:r>
            <a:endParaRPr lang="en-US" sz="987" dirty="0"/>
          </a:p>
        </p:txBody>
      </p:sp>
      <p:sp>
        <p:nvSpPr>
          <p:cNvPr id="32" name="Text 29"/>
          <p:cNvSpPr/>
          <p:nvPr/>
        </p:nvSpPr>
        <p:spPr>
          <a:xfrm>
            <a:off x="4114800" y="2922854"/>
            <a:ext cx="4700588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666666"/>
                </a:solidFill>
              </a:rPr>
              <a:t>使用 KMS 加密敏感数据，生成受限 Token，确保支付凭证安全且范围可控。</a:t>
            </a:r>
            <a:endParaRPr lang="en-US" sz="942" dirty="0"/>
          </a:p>
        </p:txBody>
      </p:sp>
      <p:sp>
        <p:nvSpPr>
          <p:cNvPr id="33" name="Shape 30"/>
          <p:cNvSpPr/>
          <p:nvPr/>
        </p:nvSpPr>
        <p:spPr>
          <a:xfrm>
            <a:off x="4114800" y="3499349"/>
            <a:ext cx="336649" cy="144661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1"/>
          <p:cNvSpPr/>
          <p:nvPr/>
        </p:nvSpPr>
        <p:spPr>
          <a:xfrm>
            <a:off x="4114800" y="3499349"/>
            <a:ext cx="336649" cy="144661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FLOW</a:t>
            </a:r>
            <a:endParaRPr lang="en-US" sz="584" dirty="0"/>
          </a:p>
        </p:txBody>
      </p:sp>
      <p:sp>
        <p:nvSpPr>
          <p:cNvPr id="35" name="Text 32"/>
          <p:cNvSpPr/>
          <p:nvPr/>
        </p:nvSpPr>
        <p:spPr>
          <a:xfrm>
            <a:off x="4522887" y="3474346"/>
            <a:ext cx="224743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0000"/>
                </a:solidFill>
              </a:rPr>
              <a:t>Orchestration + State Machine</a:t>
            </a:r>
            <a:endParaRPr lang="en-US" sz="987" dirty="0"/>
          </a:p>
        </p:txBody>
      </p:sp>
      <p:sp>
        <p:nvSpPr>
          <p:cNvPr id="36" name="Text 33"/>
          <p:cNvSpPr/>
          <p:nvPr/>
        </p:nvSpPr>
        <p:spPr>
          <a:xfrm>
            <a:off x="4114800" y="3740451"/>
            <a:ext cx="4700588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666666"/>
                </a:solidFill>
              </a:rPr>
              <a:t>使用 Step Functions 编排复杂的支付流程（授权-风控-执行-回调），管理交易状态机。</a:t>
            </a:r>
            <a:endParaRPr lang="en-US" sz="942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WS Confidential Light">
  <a:themeElements>
    <a:clrScheme name="Financial Sevices Template 2025">
      <a:dk1>
        <a:srgbClr val="000000"/>
      </a:dk1>
      <a:lt1>
        <a:srgbClr val="FFFFFF"/>
      </a:lt1>
      <a:dk2>
        <a:srgbClr val="161C26"/>
      </a:dk2>
      <a:lt2>
        <a:srgbClr val="F2F2F6"/>
      </a:lt2>
      <a:accent1>
        <a:srgbClr val="40B2FE"/>
      </a:accent1>
      <a:accent2>
        <a:srgbClr val="AC5BFF"/>
      </a:accent2>
      <a:accent3>
        <a:srgbClr val="00E500"/>
      </a:accent3>
      <a:accent4>
        <a:srgbClr val="FE5C85"/>
      </a:accent4>
      <a:accent5>
        <a:srgbClr val="FE683B"/>
      </a:accent5>
      <a:accent6>
        <a:srgbClr val="FAD231"/>
      </a:accent6>
      <a:hlink>
        <a:srgbClr val="40B1E7"/>
      </a:hlink>
      <a:folHlink>
        <a:srgbClr val="41B1E8"/>
      </a:folHlink>
    </a:clrScheme>
    <a:fontScheme name="Ember Display all the way">
      <a:majorFont>
        <a:latin typeface="Amazon Ember Display"/>
        <a:ea typeface=""/>
        <a:cs typeface=""/>
      </a:majorFont>
      <a:minorFont>
        <a:latin typeface="Amazon Ember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45720" tIns="45720" rIns="45720" rtlCol="0" anchor="ctr"/>
      <a:lstStyle>
        <a:defPPr algn="ctr">
          <a:defRPr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r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3" id="{44184294-0CA0-DB4F-B7A1-62E8573DF6C1}" vid="{6A66F5D2-78BA-DD4C-80B2-ADC398FD4A5F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2445</Words>
  <Application>Microsoft Office PowerPoint</Application>
  <PresentationFormat>全屏显示(16:9)</PresentationFormat>
  <Paragraphs>737</Paragraphs>
  <Slides>48</Slides>
  <Notes>48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48</vt:i4>
      </vt:variant>
    </vt:vector>
  </HeadingPairs>
  <TitlesOfParts>
    <vt:vector size="54" baseType="lpstr">
      <vt:lpstr>Amazon Ember</vt:lpstr>
      <vt:lpstr>Amazon Ember Display</vt:lpstr>
      <vt:lpstr>Amazon Ember Mono</vt:lpstr>
      <vt:lpstr>Arial</vt:lpstr>
      <vt:lpstr>Wingdings</vt:lpstr>
      <vt:lpstr>AWS Confidential Light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Tan, Jing</cp:lastModifiedBy>
  <cp:revision>19</cp:revision>
  <dcterms:created xsi:type="dcterms:W3CDTF">2026-01-16T11:44:58Z</dcterms:created>
  <dcterms:modified xsi:type="dcterms:W3CDTF">2026-01-16T12:45:00Z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2026-01-16T11:59:57Z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bce7b11f-fd9a-4e90-9063-c22981264311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10, 3, 0, 1</vt:lpwstr>
  </property>
</Properties>
</file>
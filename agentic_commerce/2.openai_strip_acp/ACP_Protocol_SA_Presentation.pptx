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05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+ Stripe ACP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Protocol 深度解析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371600" y="2377440"/>
            <a:ext cx="2286000" cy="0"/>
          </a:xfrm>
          <a:prstGeom prst="line">
            <a:avLst/>
          </a:prstGeom>
          <a:noFill/>
          <a:ln w="38100">
            <a:solidFill>
              <a:srgbClr val="635B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SA 的技术与商业分析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议程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612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Agentic Commerce 五大核心挑战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7863840" cy="411480"/>
          </a:xfrm>
          <a:prstGeom prst="rect">
            <a:avLst>
              <a:gd name="adj" fmla="val 11111"/>
            </a:avLst>
          </a:prstGeom>
          <a:solidFill>
            <a:srgbClr val="F0ED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600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ACP 协议：三大子规范全链路覆盖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2103120"/>
            <a:ext cx="786384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6712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103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Stripe × OpenAI 的商业逻辑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2606040"/>
            <a:ext cx="7863840" cy="411480"/>
          </a:xfrm>
          <a:prstGeom prst="rect">
            <a:avLst>
              <a:gd name="adj" fmla="val 11111"/>
            </a:avLst>
          </a:prstGeom>
          <a:solidFill>
            <a:srgbClr val="F0ED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技术架构与完整交易流程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40080" y="3108960"/>
            <a:ext cx="786384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7296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108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商户对接路径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640080" y="3611880"/>
            <a:ext cx="7863840" cy="411480"/>
          </a:xfrm>
          <a:prstGeom prst="rect">
            <a:avLst>
              <a:gd name="adj" fmla="val 11111"/>
            </a:avLst>
          </a:prstGeom>
          <a:solidFill>
            <a:srgbClr val="F0ED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67588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88720" y="3611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安全模型与信任架构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40080" y="4114800"/>
            <a:ext cx="786384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178808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88720" y="4114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竞争格局与生态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Commerce 五大核心挑战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AI Agent 代替人类购物时，传统电商技术栈的五个根本性断裂点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554480" cy="29260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55448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08760"/>
            <a:ext cx="548640" cy="548640"/>
          </a:xfrm>
          <a:prstGeom prst="ellipse">
            <a:avLst/>
          </a:prstGeom>
          <a:solidFill>
            <a:srgbClr val="635B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商品发现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无法浏览网页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需要机器可读的商品目录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76272" y="1234440"/>
            <a:ext cx="1554480" cy="29260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76272" y="1234440"/>
            <a:ext cx="155448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679192" y="1508760"/>
            <a:ext cx="548640" cy="548640"/>
          </a:xfrm>
          <a:prstGeom prst="ellipse">
            <a:avLst/>
          </a:prstGeom>
          <a:solidFill>
            <a:srgbClr val="635B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6002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76272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267712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商户如何区分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合法 Agent 和恶意 Bot？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895344" y="1234440"/>
            <a:ext cx="1554480" cy="29260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95344" y="1234440"/>
            <a:ext cx="155448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19" name="Shape 15"/>
          <p:cNvSpPr/>
          <p:nvPr/>
        </p:nvSpPr>
        <p:spPr>
          <a:xfrm>
            <a:off x="4398264" y="1508760"/>
            <a:ext cx="548640" cy="548640"/>
          </a:xfrm>
          <a:prstGeom prst="ellipse">
            <a:avLst/>
          </a:prstGeom>
          <a:solidFill>
            <a:srgbClr val="635B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6002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95344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授权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3986784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没有"点击购买"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如何证明用户授权？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614416" y="1234440"/>
            <a:ext cx="1554480" cy="29260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614416" y="1234440"/>
            <a:ext cx="155448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25" name="Shape 20"/>
          <p:cNvSpPr/>
          <p:nvPr/>
        </p:nvSpPr>
        <p:spPr>
          <a:xfrm>
            <a:off x="6117336" y="1508760"/>
            <a:ext cx="548640" cy="548640"/>
          </a:xfrm>
          <a:prstGeom prst="ellipse">
            <a:avLst/>
          </a:prstGeom>
          <a:solidFill>
            <a:srgbClr val="635B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6002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14416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705856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没有信用卡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如何安全完成支付？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333488" y="1234440"/>
            <a:ext cx="1554480" cy="29260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33488" y="1234440"/>
            <a:ext cx="155448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1" name="Shape 25"/>
          <p:cNvSpPr/>
          <p:nvPr/>
        </p:nvSpPr>
        <p:spPr>
          <a:xfrm>
            <a:off x="7836408" y="1508760"/>
            <a:ext cx="548640" cy="548640"/>
          </a:xfrm>
          <a:prstGeom prst="ellipse">
            <a:avLst/>
          </a:prstGeom>
          <a:solidFill>
            <a:srgbClr val="635B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160020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33488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7424928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N×M 集成成本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× 商户 指数增长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008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 AI 流量涌入零售网站增幅超过 4,700%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ACP 三大子规范：覆盖结账全链路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Stripe 于 2025 年 6 月联合发布  |  Apache 2.0 开源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73152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Feed Spec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商品数据规范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TSV/CSV/XML/JSON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15 分钟增量同步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商品描述/价格/库存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383280" y="11887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188720"/>
            <a:ext cx="2560320" cy="73152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Checkout Spec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结账流程规范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6616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5 个端点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Session 状态机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Cart State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94360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6309360" y="11887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1188720"/>
            <a:ext cx="2560320" cy="73152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17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Payment Spec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委托支付规范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9224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SharedPaymentToken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商户/金额/时间/单次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四重约束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2025-09-29  ChatGPT Instant Checkout 正式上线  |  Shopify 100万+ 商户接入  |  Etsy · Glossier · SKIMS 等品牌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ACP 如何应对五大挑战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解决方案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0" y="960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商品发现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417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Feed Spec 标准化商品数据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508760"/>
            <a:ext cx="320040" cy="320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82880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中心化信任模型（API Key）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057400"/>
            <a:ext cx="320040" cy="320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授权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828800" y="2514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单次交易授权（四重约束）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94360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3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606040"/>
            <a:ext cx="320040" cy="3200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828800" y="3063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全链路托管 + PCI DSS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94360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154680"/>
            <a:ext cx="320040" cy="3200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4"/>
          <p:cNvSpPr/>
          <p:nvPr/>
        </p:nvSpPr>
        <p:spPr>
          <a:xfrm>
            <a:off x="45720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828800" y="3611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三层接入：插件/REST/MCP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94360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3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703320"/>
            <a:ext cx="320040" cy="3200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0EDFF"/>
          </a:solidFill>
          <a:ln/>
        </p:spPr>
      </p:sp>
      <p:sp>
        <p:nvSpPr>
          <p:cNvPr id="35" name="Text 28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支付和集成是 ACP 最强环节（Stripe 基础设施优势），信任和授权相对薄弱（缺乏去中心化验证）。策略是"扬长避短，快速落地"。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为什么是 Stripe × OpenAI？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双方的商业逻辑与战略目标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635B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的逻辑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防御：防止被 Agent 时代"脱媒"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进攻：从支付管道 → 商务基础设施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数据：首次获得商品目录数据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网络效应：Agent/商户双边锁定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卡位：抢在 Google/Visa 之前定义标准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ChatGPT 的逻辑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变现：4 亿用户购物意图无法变现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闭环：对话中直接完成购买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收入：交易佣金 + 商户推广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防御：对抗 Google/Amazon 商务能力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体验：对话即购物，用户粘性极高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24" name="Text 20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共同目标：抢占 Agentic Commerce 事实标准制定权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Stripe 面临的四条"脱媒"路径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时代，Stripe 的支付管道可能被架构性绕过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AP2 直连商户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4173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持 Mandate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直接与商户交互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商户选择任意 PSP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1430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143000"/>
            <a:ext cx="196596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卡网络直连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TAP / MC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2057400"/>
            <a:ext cx="14173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1945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9421 签名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直连收单行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层变可选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43000"/>
            <a:ext cx="196596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链上支付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x402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057400"/>
            <a:ext cx="14173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945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触发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链上结算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完全绕过传统支付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1430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143000"/>
            <a:ext cx="196596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平台闭环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057400"/>
            <a:ext cx="14173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1945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for 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Pay 结算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封闭生态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0ED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的应对：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从"支付管道"升级为"不可绕过的商务编排层"——Product Feed 锁定商品数据、Checkout 锁定结账流程、SPT 锁定支付授权。三层锁定确保 Stripe 在任何路径中不可替代。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竞争格局：三层竞争，三种逻辑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1097280"/>
            <a:ext cx="1005840" cy="274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097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最核心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第一层：标准之争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Google AP2+UCP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143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中心化 vs 去中心化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谁定义 Agent 商务的基本拓扑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2331720"/>
            <a:ext cx="1005840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中等紧迫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第二层：控制权之争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Visa TAP / MC Agent Pay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vs 卡网络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身份认证归谁控制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3566160"/>
            <a:ext cx="100584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最务实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第三层：时间窗口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所有竞争者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 + 生态 vs 技术 + 开放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网络效应壁垒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与卡网络的合作逻辑强于竞争：ACP 管结账编排，TAP/Agent Pay 管 Agent 身份认证，Stripe 管支付清算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完整交易流程：四阶段全链路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9659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188720"/>
            <a:ext cx="96012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1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商品发现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Feed Spec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从 Feed 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匹配用户需求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15 分钟更新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51460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1005840"/>
            <a:ext cx="196596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Shape 12"/>
          <p:cNvSpPr/>
          <p:nvPr/>
        </p:nvSpPr>
        <p:spPr>
          <a:xfrm>
            <a:off x="3017520" y="1188720"/>
            <a:ext cx="960120" cy="274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3"/>
          <p:cNvSpPr/>
          <p:nvPr/>
        </p:nvSpPr>
        <p:spPr>
          <a:xfrm>
            <a:off x="3017520" y="1188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2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6002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结账流程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51460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Checkout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51760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/checkout_sessions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Cart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配送/税费/折扣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48056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470916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1005840"/>
            <a:ext cx="196596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Shape 20"/>
          <p:cNvSpPr/>
          <p:nvPr/>
        </p:nvSpPr>
        <p:spPr>
          <a:xfrm>
            <a:off x="5212080" y="1188720"/>
            <a:ext cx="960120" cy="274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5" name="Text 21"/>
          <p:cNvSpPr/>
          <p:nvPr/>
        </p:nvSpPr>
        <p:spPr>
          <a:xfrm>
            <a:off x="5212080" y="1188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3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60020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0916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委托支付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470916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Payment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846320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UI 确认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签发（四重约束）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商户扣款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67512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6903720" y="100584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903720" y="1005840"/>
            <a:ext cx="196596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Shape 28"/>
          <p:cNvSpPr/>
          <p:nvPr/>
        </p:nvSpPr>
        <p:spPr>
          <a:xfrm>
            <a:off x="7406640" y="1188720"/>
            <a:ext cx="9601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29"/>
          <p:cNvSpPr/>
          <p:nvPr/>
        </p:nvSpPr>
        <p:spPr>
          <a:xfrm>
            <a:off x="7406640" y="1188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4</a:t>
            </a:r>
            <a:endParaRPr lang="en-US" sz="10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60020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0372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订单追踪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690372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回调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7040880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order.created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order.updated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发货/配送/退款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EDFF"/>
          </a:solidFill>
          <a:ln/>
        </p:spPr>
      </p:sp>
      <p:sp>
        <p:nvSpPr>
          <p:cNvPr id="40" name="Text 34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核心特征：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全程不接触卡号，只持有 SPT（一次性令牌）。用户必须在 Stripe UI 中明确确认支付（Human-in-the-Loop）。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业务关系全景：五大实体交互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0972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1097280"/>
            <a:ext cx="18288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Stripe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信任枢纽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用户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授权方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45920"/>
            <a:ext cx="18288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32004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3200400"/>
            <a:ext cx="18288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商户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履约方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80160" y="32004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80160" y="3200400"/>
            <a:ext cx="1828800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卡网络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清算方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绑卡/信任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认证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自然语言交互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授权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MCP/REST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880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Checkout/Webhook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2743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2880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清算结算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605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</a:t>
            </a:r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处于枢纽位置，同时连接 Agent（技术接口）、商户（商品与履约）和卡网络（资金流转）。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用户与卡网络无直接关系（Stripe 代理），商户与 Agent 无直接关系（Stripe 中介）。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商户对接：三条路径，灵活接入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路径① 平台插件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零代码接入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2103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安装 ACP 插件（5 分钟）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关联 Stripe 账户（10 分钟）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商品自动同步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24-48 小时上线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3611880"/>
            <a:ext cx="2377440" cy="502920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/ Wix / WooCommerce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BigCommerce / Squarespace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97280" y="4206240"/>
            <a:ext cx="11887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天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96012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960120"/>
            <a:ext cx="2651760" cy="54864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4300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4612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路径② REST API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24612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标准化对接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520440" y="2240280"/>
            <a:ext cx="2103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290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注册 Stripe + API Key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290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推送 Product Feed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4290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实现 5 个 REST 端点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4290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SPT 支付 + Webhook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83280" y="3611880"/>
            <a:ext cx="2377440" cy="502920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29" name="Text 25"/>
          <p:cNvSpPr/>
          <p:nvPr/>
        </p:nvSpPr>
        <p:spPr>
          <a:xfrm>
            <a:off x="338328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自建电商系统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977640" y="4206240"/>
            <a:ext cx="1188720" cy="274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1" name="Text 27"/>
          <p:cNvSpPr/>
          <p:nvPr/>
        </p:nvSpPr>
        <p:spPr>
          <a:xfrm>
            <a:off x="397764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周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126480" y="96012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126480" y="960120"/>
            <a:ext cx="2651760" cy="54864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12648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路径③ MCP Server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612648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完全自定义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400800" y="2240280"/>
            <a:ext cx="2103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093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注册 Stripe + API Key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3093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推送 Product Feed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3093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开发 MCP Server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30936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封装 ACP 为 MCP Tools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263640" y="3611880"/>
            <a:ext cx="2377440" cy="502920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43" name="Text 38"/>
          <p:cNvSpPr/>
          <p:nvPr/>
        </p:nvSpPr>
        <p:spPr>
          <a:xfrm>
            <a:off x="626364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需要跨 Agent 平台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 / 自建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6858000" y="4206240"/>
            <a:ext cx="1188720" cy="274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5" name="Text 40"/>
          <p:cNvSpPr/>
          <p:nvPr/>
        </p:nvSpPr>
        <p:spPr>
          <a:xfrm>
            <a:off x="685800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周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注意：路径③ MCP Server 不绕过 Stripe，仍需 Stripe API Key + Product Feed + SPT 支付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安全模型：四维防护体系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329184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114300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用户安全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22402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支付信息 Stripe 托管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最小权限（四重约束）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31546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用户明确确认（Stripe UI）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36118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交易可追溯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14600" y="960120"/>
            <a:ext cx="1965960" cy="329184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14600" y="960120"/>
            <a:ext cx="196596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Shape 16"/>
          <p:cNvSpPr/>
          <p:nvPr/>
        </p:nvSpPr>
        <p:spPr>
          <a:xfrm>
            <a:off x="3136392" y="1143000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23444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5146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安全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2606040" y="22402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23" name="Text 19"/>
          <p:cNvSpPr/>
          <p:nvPr/>
        </p:nvSpPr>
        <p:spPr>
          <a:xfrm>
            <a:off x="265176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不接触卡号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606040" y="26974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25" name="Text 21"/>
          <p:cNvSpPr/>
          <p:nvPr/>
        </p:nvSpPr>
        <p:spPr>
          <a:xfrm>
            <a:off x="265176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认证身份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606040" y="31546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27" name="Text 23"/>
          <p:cNvSpPr/>
          <p:nvPr/>
        </p:nvSpPr>
        <p:spPr>
          <a:xfrm>
            <a:off x="265176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请求签名验证（HMAC）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606040" y="36118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29" name="Text 25"/>
          <p:cNvSpPr/>
          <p:nvPr/>
        </p:nvSpPr>
        <p:spPr>
          <a:xfrm>
            <a:off x="265176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速率限制防滥用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09160" y="960120"/>
            <a:ext cx="1965960" cy="329184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09160" y="960120"/>
            <a:ext cx="196596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0952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23444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70916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商户安全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4800600" y="22402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36" name="Text 31"/>
          <p:cNvSpPr/>
          <p:nvPr/>
        </p:nvSpPr>
        <p:spPr>
          <a:xfrm>
            <a:off x="484632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of Record 身份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800600" y="26974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38" name="Text 33"/>
          <p:cNvSpPr/>
          <p:nvPr/>
        </p:nvSpPr>
        <p:spPr>
          <a:xfrm>
            <a:off x="484632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订单接受/拒绝权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800600" y="31546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40" name="Text 35"/>
          <p:cNvSpPr/>
          <p:nvPr/>
        </p:nvSpPr>
        <p:spPr>
          <a:xfrm>
            <a:off x="484632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签名验证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00600" y="36118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42" name="Text 37"/>
          <p:cNvSpPr/>
          <p:nvPr/>
        </p:nvSpPr>
        <p:spPr>
          <a:xfrm>
            <a:off x="484632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商户限定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903720" y="960120"/>
            <a:ext cx="1965960" cy="329184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6903720" y="960120"/>
            <a:ext cx="196596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5" name="Shape 40"/>
          <p:cNvSpPr/>
          <p:nvPr/>
        </p:nvSpPr>
        <p:spPr>
          <a:xfrm>
            <a:off x="7525512" y="1143000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234440"/>
            <a:ext cx="365760" cy="36576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9037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支付安全</a:t>
            </a:r>
            <a:endParaRPr lang="en-US" sz="1500" dirty="0"/>
          </a:p>
        </p:txBody>
      </p:sp>
      <p:sp>
        <p:nvSpPr>
          <p:cNvPr id="48" name="Shape 42"/>
          <p:cNvSpPr/>
          <p:nvPr/>
        </p:nvSpPr>
        <p:spPr>
          <a:xfrm>
            <a:off x="6995160" y="22402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49" name="Text 43"/>
          <p:cNvSpPr/>
          <p:nvPr/>
        </p:nvSpPr>
        <p:spPr>
          <a:xfrm>
            <a:off x="704088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Level 1 合规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995160" y="26974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51" name="Text 45"/>
          <p:cNvSpPr/>
          <p:nvPr/>
        </p:nvSpPr>
        <p:spPr>
          <a:xfrm>
            <a:off x="704088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Tokenization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6995160" y="31546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53" name="Text 47"/>
          <p:cNvSpPr/>
          <p:nvPr/>
        </p:nvSpPr>
        <p:spPr>
          <a:xfrm>
            <a:off x="704088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Radar AI 风控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6995160" y="3611880"/>
            <a:ext cx="1783080" cy="365760"/>
          </a:xfrm>
          <a:prstGeom prst="rect">
            <a:avLst>
              <a:gd name="adj" fmla="val 10000"/>
            </a:avLst>
          </a:prstGeom>
          <a:solidFill>
            <a:srgbClr val="353560"/>
          </a:solidFill>
          <a:ln/>
        </p:spPr>
      </p:sp>
      <p:sp>
        <p:nvSpPr>
          <p:cNvPr id="55" name="Text 49"/>
          <p:cNvSpPr/>
          <p:nvPr/>
        </p:nvSpPr>
        <p:spPr>
          <a:xfrm>
            <a:off x="704088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Secure + 争议处理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57" name="Text 5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设计原则：</a:t>
            </a:r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全程不接触卡号（零信任），用户必须在 Stripe UI 确认（Human-in-the-Loop），SPT 四重约束确保最小权限。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信任模型深度解读：Stripe 平台背书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73736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用户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绑卡/信任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1005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1005840"/>
            <a:ext cx="1737360" cy="4572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Stripe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353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签发 SPT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97680" y="1005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05840"/>
            <a:ext cx="1737360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1353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携带 SPT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005840"/>
            <a:ext cx="173736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商户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353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SPT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1783080"/>
            <a:ext cx="4892040" cy="0"/>
          </a:xfrm>
          <a:prstGeom prst="line">
            <a:avLst/>
          </a:prstGeom>
          <a:noFill/>
          <a:ln w="19050">
            <a:solidFill>
              <a:srgbClr val="635BF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00400" y="17830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商户向 Stripe 验证 SPT 有效性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时代的三个核心信任问题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传统电商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的回答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请求者是谁？（身份）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 Cookie + 登录态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 Key 标识 Agent 平台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用户真的授权了？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用户点击"购买"按钮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签发 SPT（用户在 UI 确认）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566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钱能收到吗？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0" y="3566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卡网络授权通过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3566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验证 SPT 后执行扣款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局限性 vs AP2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1920240" cy="685800"/>
          </a:xfrm>
          <a:prstGeom prst="rect">
            <a:avLst>
              <a:gd name="adj" fmla="val 5333"/>
            </a:avLst>
          </a:prstGeom>
          <a:solidFill>
            <a:srgbClr val="F0EDFF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297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无独立 Agent 身份协议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泄露 = 冒充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14600" y="4297680"/>
            <a:ext cx="1920240" cy="685800"/>
          </a:xfrm>
          <a:prstGeom prst="rect">
            <a:avLst>
              <a:gd name="adj" fmla="val 5333"/>
            </a:avLst>
          </a:prstGeom>
          <a:solidFill>
            <a:srgbClr val="FFF3E0"/>
          </a:solidFill>
          <a:ln/>
        </p:spPr>
      </p:sp>
      <p:sp>
        <p:nvSpPr>
          <p:cNvPr id="46" name="Text 44"/>
          <p:cNvSpPr/>
          <p:nvPr/>
        </p:nvSpPr>
        <p:spPr>
          <a:xfrm>
            <a:off x="2560320" y="4297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信任链高度中心化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宕机 = 全链断裂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4297680"/>
            <a:ext cx="1920240" cy="685800"/>
          </a:xfrm>
          <a:prstGeom prst="rect">
            <a:avLst>
              <a:gd name="adj" fmla="val 5333"/>
            </a:avLst>
          </a:prstGeom>
          <a:solidFill>
            <a:srgbClr val="FCE4EC"/>
          </a:solidFill>
          <a:ln/>
        </p:spPr>
      </p:sp>
      <p:sp>
        <p:nvSpPr>
          <p:cNvPr id="48" name="Text 46"/>
          <p:cNvSpPr/>
          <p:nvPr/>
        </p:nvSpPr>
        <p:spPr>
          <a:xfrm>
            <a:off x="4617720" y="4297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跨生态信任缺失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 Stripe 商户无法接入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29400" y="4297680"/>
            <a:ext cx="1920240" cy="685800"/>
          </a:xfrm>
          <a:prstGeom prst="rect">
            <a:avLst>
              <a:gd name="adj" fmla="val 5333"/>
            </a:avLst>
          </a:prstGeom>
          <a:solidFill>
            <a:srgbClr val="FFF8E1"/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4297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不可否认性弱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 Stripe 日志诚实性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生态全景：快速扩张的合作网络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66160" y="2103120"/>
            <a:ext cx="2011680" cy="914400"/>
          </a:xfrm>
          <a:prstGeom prst="ellipse">
            <a:avLst/>
          </a:prstGeom>
          <a:solidFill>
            <a:srgbClr val="635B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2148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28600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286000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平台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(ChatGPT)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822960"/>
            <a:ext cx="228600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822960"/>
            <a:ext cx="2286000" cy="4572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支付基础设施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1143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PayPal · Worldpay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560320"/>
            <a:ext cx="2560320" cy="14173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560320"/>
            <a:ext cx="256032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电商平台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(100万+商户)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· WooCommerce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BigCommerce · Squarespace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0320"/>
            <a:ext cx="2560320" cy="9601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560320"/>
            <a:ext cx="2560320" cy="457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品牌商户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· Glossier · SKIMS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Spanx · Vuori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3931920"/>
            <a:ext cx="228600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0" y="3931920"/>
            <a:ext cx="228600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企业软件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(Agentforce)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3931920"/>
            <a:ext cx="228600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3931920"/>
            <a:ext cx="2286000" cy="45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咨询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3931920"/>
            <a:ext cx="3657600" cy="100584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0" y="3931920"/>
            <a:ext cx="36576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关键里程碑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4206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2025-06  ACP 发布（Apache 2.0）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2025-09  ChatGPT Instant Checkout 上线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  Salesforce + PayPal 加入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总结与关键要点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45720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定位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Stripe 联合定义的 Agentic Commerce 事实标准，三大子规范覆盖商品发现→结账→支付全链路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54864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支付安全（Stripe 基础设施）+ 集成效率（三条接入路径）+ 快速落地（Shopify 100万+商户）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011680"/>
            <a:ext cx="54864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信任模型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平台背书（中心化），简单高效但缺乏去中心化验证。SPT 四重约束确保最小权限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60320"/>
            <a:ext cx="54864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竞争格局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三层竞争：vs Google AP2+UCP（标准之争）、vs Visa TAP/MC（控制权之争）、vs 所有人（时间窗口）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54864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合作机会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与卡网络合作逻辑强于竞争：ACP 管结账编排，TAP/Agent Pay 管 Agent 身份，Stripe 管支付清算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54864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关注点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关注客户的电商平台选型（Shopify 等已原生支持）、支付服务商选择（Stripe 生态锁定）、跨 Agent 平台需求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389120"/>
            <a:ext cx="3657600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1440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 Agentic Commerce 系列报告：Google AP2 · UCP · Visa TAP · Mastercard Agent Pay · Coinbase x402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+ Stripe ACP 协议深度解析</dc:title>
  <dc:subject>PptxGenJS Presentation</dc:subject>
  <dc:creator>Agentic Commerce Research</dc:creator>
  <cp:lastModifiedBy>Agentic Commerce Research</cp:lastModifiedBy>
  <cp:revision>1</cp:revision>
  <dcterms:created xsi:type="dcterms:W3CDTF">2026-02-18T07:08:06Z</dcterms:created>
  <dcterms:modified xsi:type="dcterms:W3CDTF">2026-02-18T07:08:06Z</dcterms:modified>
</cp:coreProperties>
</file>